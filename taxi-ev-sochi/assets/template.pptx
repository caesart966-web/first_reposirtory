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12192000" cy="6858000"/>
  <p:notesSz cx="6797675" cy="987425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477" userDrawn="1">
          <p15:clr>
            <a:srgbClr val="A4A3A4"/>
          </p15:clr>
        </p15:guide>
        <p15:guide id="3" pos="3001" userDrawn="1">
          <p15:clr>
            <a:srgbClr val="A4A3A4"/>
          </p15:clr>
        </p15:guide>
        <p15:guide id="4" pos="2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Дмитрий" initials="Д" lastIdx="2" clrIdx="6">
    <p:extLst>
      <p:ext uri="{19B8F6BF-5375-455C-9EA6-DF929625EA0E}">
        <p15:presenceInfo xmlns:p15="http://schemas.microsoft.com/office/powerpoint/2012/main" userId="Дмитрий" providerId="None"/>
      </p:ext>
    </p:extLst>
  </p:cmAuthor>
  <p:cmAuthor id="1" name="Админ" initials="А" lastIdx="4" clrIdx="0">
    <p:extLst>
      <p:ext uri="{19B8F6BF-5375-455C-9EA6-DF929625EA0E}">
        <p15:presenceInfo xmlns:p15="http://schemas.microsoft.com/office/powerpoint/2012/main" userId="Админ" providerId="None"/>
      </p:ext>
    </p:extLst>
  </p:cmAuthor>
  <p:cmAuthor id="8" name="Арина Петухова" initials="АП" lastIdx="6" clrIdx="7">
    <p:extLst>
      <p:ext uri="{19B8F6BF-5375-455C-9EA6-DF929625EA0E}">
        <p15:presenceInfo xmlns:p15="http://schemas.microsoft.com/office/powerpoint/2012/main" userId="99b270e093730813" providerId="Windows Live"/>
      </p:ext>
    </p:extLst>
  </p:cmAuthor>
  <p:cmAuthor id="2" name="Дмитрий Рузавин" initials="ДР" lastIdx="41" clrIdx="1">
    <p:extLst>
      <p:ext uri="{19B8F6BF-5375-455C-9EA6-DF929625EA0E}">
        <p15:presenceInfo xmlns:p15="http://schemas.microsoft.com/office/powerpoint/2012/main" userId="380cb8e9d46c6e3f" providerId="Windows Live"/>
      </p:ext>
    </p:extLst>
  </p:cmAuthor>
  <p:cmAuthor id="3" name="Егор Холомеев" initials="ЕХ" lastIdx="24" clrIdx="2">
    <p:extLst>
      <p:ext uri="{19B8F6BF-5375-455C-9EA6-DF929625EA0E}">
        <p15:presenceInfo xmlns:p15="http://schemas.microsoft.com/office/powerpoint/2012/main" userId="f984c6b8bd85acc7" providerId="Windows Live"/>
      </p:ext>
    </p:extLst>
  </p:cmAuthor>
  <p:cmAuthor id="4" name="Мамедова Вероника Афшановна" initials="МВА" lastIdx="11" clrIdx="3">
    <p:extLst>
      <p:ext uri="{19B8F6BF-5375-455C-9EA6-DF929625EA0E}">
        <p15:presenceInfo xmlns:p15="http://schemas.microsoft.com/office/powerpoint/2012/main" userId="Мамедова Вероника Афшановна" providerId="None"/>
      </p:ext>
    </p:extLst>
  </p:cmAuthor>
  <p:cmAuthor id="5" name="Александр Талакин" initials="АТ" lastIdx="1" clrIdx="4">
    <p:extLst>
      <p:ext uri="{19B8F6BF-5375-455C-9EA6-DF929625EA0E}">
        <p15:presenceInfo xmlns:p15="http://schemas.microsoft.com/office/powerpoint/2012/main" userId="e839d876490cba12" providerId="Windows Live"/>
      </p:ext>
    </p:extLst>
  </p:cmAuthor>
  <p:cmAuthor id="6" name="Давид Юсупов" initials="ДЮ" lastIdx="2" clrIdx="5">
    <p:extLst>
      <p:ext uri="{19B8F6BF-5375-455C-9EA6-DF929625EA0E}">
        <p15:presenceInfo xmlns:p15="http://schemas.microsoft.com/office/powerpoint/2012/main" userId="d17771a93d97917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065E73"/>
    <a:srgbClr val="7885ED"/>
    <a:srgbClr val="E4F8FE"/>
    <a:srgbClr val="C4F1FC"/>
    <a:srgbClr val="F3EBF9"/>
    <a:srgbClr val="EFFBF9"/>
    <a:srgbClr val="DAF6F1"/>
    <a:srgbClr val="C30C3E"/>
    <a:srgbClr val="0A9B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22" autoAdjust="0"/>
    <p:restoredTop sz="96387" autoAdjust="0"/>
  </p:normalViewPr>
  <p:slideViewPr>
    <p:cSldViewPr snapToGrid="0">
      <p:cViewPr varScale="1">
        <p:scale>
          <a:sx n="129" d="100"/>
          <a:sy n="129" d="100"/>
        </p:scale>
        <p:origin x="209" y="58"/>
      </p:cViewPr>
      <p:guideLst>
        <p:guide orient="horz" pos="2160"/>
        <p:guide pos="3477"/>
        <p:guide pos="3001"/>
        <p:guide pos="211"/>
      </p:guideLst>
    </p:cSldViewPr>
  </p:slideViewPr>
  <p:outlineViewPr>
    <p:cViewPr>
      <p:scale>
        <a:sx n="33" d="100"/>
        <a:sy n="33" d="100"/>
      </p:scale>
      <p:origin x="0" y="-3645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295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57C3D2-076E-470A-ACAD-C37612EA0F71}" type="datetimeFigureOut">
              <a:rPr lang="ru-RU" smtClean="0"/>
              <a:t>27.09.2023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73CD-6444-4B25-A7FB-9832DA7241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885188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10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F3B49-ECF8-4705-B89C-0A848CF05F7E}" type="datetimeFigureOut">
              <a:rPr lang="ru-RU" smtClean="0"/>
              <a:t>27.09.2023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BACC50-3F34-4CA4-908F-33F55DCD1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082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10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5.xml"/><Relationship Id="rId7" Type="http://schemas.openxmlformats.org/officeDocument/2006/relationships/image" Target="../media/image3.png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7.xml"/><Relationship Id="rId7" Type="http://schemas.openxmlformats.org/officeDocument/2006/relationships/image" Target="../media/image3.png"/><Relationship Id="rId2" Type="http://schemas.openxmlformats.org/officeDocument/2006/relationships/tags" Target="../tags/tag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Object 44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72077813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Слайд think-cell" r:id="rId5" imgW="383" imgH="384" progId="TCLayout.ActiveDocument.1">
                  <p:embed/>
                </p:oleObj>
              </mc:Choice>
              <mc:Fallback>
                <p:oleObj name="Слайд think-cell" r:id="rId5" imgW="383" imgH="384" progId="TCLayout.ActiveDocument.1">
                  <p:embed/>
                  <p:pic>
                    <p:nvPicPr>
                      <p:cNvPr id="45" name="Object 4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Прямоугольник 9">
            <a:extLst>
              <a:ext uri="{FF2B5EF4-FFF2-40B4-BE49-F238E27FC236}">
                <a16:creationId xmlns:a16="http://schemas.microsoft.com/office/drawing/2014/main" id="{9A783A4D-870E-04B9-1D4F-E6026DF47958}"/>
              </a:ext>
            </a:extLst>
          </p:cNvPr>
          <p:cNvSpPr/>
          <p:nvPr userDrawn="1"/>
        </p:nvSpPr>
        <p:spPr>
          <a:xfrm>
            <a:off x="0" y="0"/>
            <a:ext cx="12192001" cy="6879916"/>
          </a:xfrm>
          <a:prstGeom prst="rect">
            <a:avLst/>
          </a:prstGeom>
          <a:blipFill dpi="0" rotWithShape="1">
            <a:blip r:embed="rId7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ct val="0"/>
              </a:spcBef>
              <a:spcAft>
                <a:spcPct val="0"/>
              </a:spcAft>
            </a:pPr>
            <a:endParaRPr lang="ru-RU" sz="4800" b="0" i="0" baseline="0" dirty="0">
              <a:solidFill>
                <a:srgbClr val="000000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grpSp>
        <p:nvGrpSpPr>
          <p:cNvPr id="34" name="Группа 33"/>
          <p:cNvGrpSpPr/>
          <p:nvPr/>
        </p:nvGrpSpPr>
        <p:grpSpPr>
          <a:xfrm>
            <a:off x="0" y="0"/>
            <a:ext cx="12192000" cy="6858002"/>
            <a:chOff x="0" y="0"/>
            <a:chExt cx="12192000" cy="6858002"/>
          </a:xfrm>
          <a:gradFill>
            <a:gsLst>
              <a:gs pos="0">
                <a:srgbClr val="1605FC">
                  <a:alpha val="50000"/>
                </a:srgbClr>
              </a:gs>
              <a:gs pos="100000">
                <a:srgbClr val="00A89C">
                  <a:alpha val="50000"/>
                </a:srgbClr>
              </a:gs>
            </a:gsLst>
            <a:lin ang="2700000" scaled="1"/>
          </a:gradFill>
        </p:grpSpPr>
        <p:sp>
          <p:nvSpPr>
            <p:cNvPr id="33" name="Полилиния 32"/>
            <p:cNvSpPr/>
            <p:nvPr userDrawn="1"/>
          </p:nvSpPr>
          <p:spPr>
            <a:xfrm>
              <a:off x="0" y="3161567"/>
              <a:ext cx="3701025" cy="3696435"/>
            </a:xfrm>
            <a:custGeom>
              <a:avLst/>
              <a:gdLst>
                <a:gd name="connsiteX0" fmla="*/ 1 w 3701025"/>
                <a:gd name="connsiteY0" fmla="*/ 0 h 3696435"/>
                <a:gd name="connsiteX1" fmla="*/ 3696328 w 3701025"/>
                <a:gd name="connsiteY1" fmla="*/ 3510683 h 3696435"/>
                <a:gd name="connsiteX2" fmla="*/ 3701025 w 3701025"/>
                <a:gd name="connsiteY2" fmla="*/ 3696435 h 3696435"/>
                <a:gd name="connsiteX3" fmla="*/ 0 w 3701025"/>
                <a:gd name="connsiteY3" fmla="*/ 3696435 h 3696435"/>
                <a:gd name="connsiteX4" fmla="*/ 0 w 3701025"/>
                <a:gd name="connsiteY4" fmla="*/ 0 h 3696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1025" h="3696435">
                  <a:moveTo>
                    <a:pt x="1" y="0"/>
                  </a:moveTo>
                  <a:cubicBezTo>
                    <a:pt x="1980209" y="0"/>
                    <a:pt x="3597200" y="1555111"/>
                    <a:pt x="3696328" y="3510683"/>
                  </a:cubicBezTo>
                  <a:lnTo>
                    <a:pt x="3701025" y="3696435"/>
                  </a:lnTo>
                  <a:lnTo>
                    <a:pt x="0" y="369643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dirty="0">
                <a:solidFill>
                  <a:srgbClr val="000000"/>
                </a:solidFill>
              </a:endParaRPr>
            </a:p>
          </p:txBody>
        </p:sp>
        <p:sp>
          <p:nvSpPr>
            <p:cNvPr id="40" name="Полилиния 39"/>
            <p:cNvSpPr/>
            <p:nvPr userDrawn="1"/>
          </p:nvSpPr>
          <p:spPr>
            <a:xfrm>
              <a:off x="0" y="0"/>
              <a:ext cx="12192000" cy="5004530"/>
            </a:xfrm>
            <a:custGeom>
              <a:avLst/>
              <a:gdLst>
                <a:gd name="connsiteX0" fmla="*/ 5562481 w 12192000"/>
                <a:gd name="connsiteY0" fmla="*/ 6857999 h 6858000"/>
                <a:gd name="connsiteX1" fmla="*/ 12192000 w 12192000"/>
                <a:gd name="connsiteY1" fmla="*/ 6857999 h 6858000"/>
                <a:gd name="connsiteX2" fmla="*/ 12192000 w 12192000"/>
                <a:gd name="connsiteY2" fmla="*/ 6858000 h 6858000"/>
                <a:gd name="connsiteX3" fmla="*/ 5562481 w 12192000"/>
                <a:gd name="connsiteY3" fmla="*/ 6858000 h 6858000"/>
                <a:gd name="connsiteX4" fmla="*/ 0 w 12192000"/>
                <a:gd name="connsiteY4" fmla="*/ 0 h 6858000"/>
                <a:gd name="connsiteX5" fmla="*/ 12192000 w 12192000"/>
                <a:gd name="connsiteY5" fmla="*/ 0 h 6858000"/>
                <a:gd name="connsiteX6" fmla="*/ 12192000 w 12192000"/>
                <a:gd name="connsiteY6" fmla="*/ 5004530 h 6858000"/>
                <a:gd name="connsiteX7" fmla="*/ 5244333 w 12192000"/>
                <a:gd name="connsiteY7" fmla="*/ 5004530 h 6858000"/>
                <a:gd name="connsiteX8" fmla="*/ 5242397 w 12192000"/>
                <a:gd name="connsiteY8" fmla="*/ 4998127 h 6858000"/>
                <a:gd name="connsiteX9" fmla="*/ 0 w 12192000"/>
                <a:gd name="connsiteY9" fmla="*/ 1300108 h 6858000"/>
                <a:gd name="connsiteX0" fmla="*/ 5562481 w 12192000"/>
                <a:gd name="connsiteY0" fmla="*/ 6858000 h 6858000"/>
                <a:gd name="connsiteX1" fmla="*/ 12192000 w 12192000"/>
                <a:gd name="connsiteY1" fmla="*/ 6857999 h 6858000"/>
                <a:gd name="connsiteX2" fmla="*/ 12192000 w 12192000"/>
                <a:gd name="connsiteY2" fmla="*/ 6858000 h 6858000"/>
                <a:gd name="connsiteX3" fmla="*/ 5562481 w 12192000"/>
                <a:gd name="connsiteY3" fmla="*/ 6858000 h 6858000"/>
                <a:gd name="connsiteX4" fmla="*/ 0 w 12192000"/>
                <a:gd name="connsiteY4" fmla="*/ 0 h 6858000"/>
                <a:gd name="connsiteX5" fmla="*/ 12192000 w 12192000"/>
                <a:gd name="connsiteY5" fmla="*/ 0 h 6858000"/>
                <a:gd name="connsiteX6" fmla="*/ 12192000 w 12192000"/>
                <a:gd name="connsiteY6" fmla="*/ 5004530 h 6858000"/>
                <a:gd name="connsiteX7" fmla="*/ 5244333 w 12192000"/>
                <a:gd name="connsiteY7" fmla="*/ 5004530 h 6858000"/>
                <a:gd name="connsiteX8" fmla="*/ 5242397 w 12192000"/>
                <a:gd name="connsiteY8" fmla="*/ 4998127 h 6858000"/>
                <a:gd name="connsiteX9" fmla="*/ 0 w 12192000"/>
                <a:gd name="connsiteY9" fmla="*/ 1300108 h 6858000"/>
                <a:gd name="connsiteX10" fmla="*/ 0 w 12192000"/>
                <a:gd name="connsiteY10" fmla="*/ 0 h 6858000"/>
                <a:gd name="connsiteX0" fmla="*/ 12192000 w 12192000"/>
                <a:gd name="connsiteY0" fmla="*/ 6858000 h 6858000"/>
                <a:gd name="connsiteX1" fmla="*/ 12192000 w 12192000"/>
                <a:gd name="connsiteY1" fmla="*/ 6857999 h 6858000"/>
                <a:gd name="connsiteX2" fmla="*/ 12192000 w 12192000"/>
                <a:gd name="connsiteY2" fmla="*/ 6858000 h 6858000"/>
                <a:gd name="connsiteX3" fmla="*/ 0 w 12192000"/>
                <a:gd name="connsiteY3" fmla="*/ 0 h 6858000"/>
                <a:gd name="connsiteX4" fmla="*/ 12192000 w 12192000"/>
                <a:gd name="connsiteY4" fmla="*/ 0 h 6858000"/>
                <a:gd name="connsiteX5" fmla="*/ 12192000 w 12192000"/>
                <a:gd name="connsiteY5" fmla="*/ 5004530 h 6858000"/>
                <a:gd name="connsiteX6" fmla="*/ 5244333 w 12192000"/>
                <a:gd name="connsiteY6" fmla="*/ 5004530 h 6858000"/>
                <a:gd name="connsiteX7" fmla="*/ 5242397 w 12192000"/>
                <a:gd name="connsiteY7" fmla="*/ 4998127 h 6858000"/>
                <a:gd name="connsiteX8" fmla="*/ 0 w 12192000"/>
                <a:gd name="connsiteY8" fmla="*/ 1300108 h 6858000"/>
                <a:gd name="connsiteX9" fmla="*/ 0 w 12192000"/>
                <a:gd name="connsiteY9" fmla="*/ 0 h 6858000"/>
                <a:gd name="connsiteX0" fmla="*/ 0 w 12192000"/>
                <a:gd name="connsiteY0" fmla="*/ 0 h 5004530"/>
                <a:gd name="connsiteX1" fmla="*/ 12192000 w 12192000"/>
                <a:gd name="connsiteY1" fmla="*/ 0 h 5004530"/>
                <a:gd name="connsiteX2" fmla="*/ 12192000 w 12192000"/>
                <a:gd name="connsiteY2" fmla="*/ 5004530 h 5004530"/>
                <a:gd name="connsiteX3" fmla="*/ 5244333 w 12192000"/>
                <a:gd name="connsiteY3" fmla="*/ 5004530 h 5004530"/>
                <a:gd name="connsiteX4" fmla="*/ 5242397 w 12192000"/>
                <a:gd name="connsiteY4" fmla="*/ 4998127 h 5004530"/>
                <a:gd name="connsiteX5" fmla="*/ 0 w 12192000"/>
                <a:gd name="connsiteY5" fmla="*/ 1300108 h 5004530"/>
                <a:gd name="connsiteX6" fmla="*/ 0 w 12192000"/>
                <a:gd name="connsiteY6" fmla="*/ 0 h 5004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5004530">
                  <a:moveTo>
                    <a:pt x="0" y="0"/>
                  </a:moveTo>
                  <a:lnTo>
                    <a:pt x="12192000" y="0"/>
                  </a:lnTo>
                  <a:lnTo>
                    <a:pt x="12192000" y="5004530"/>
                  </a:lnTo>
                  <a:lnTo>
                    <a:pt x="5244333" y="5004530"/>
                  </a:lnTo>
                  <a:lnTo>
                    <a:pt x="5242397" y="4998127"/>
                  </a:lnTo>
                  <a:cubicBezTo>
                    <a:pt x="4475846" y="2843052"/>
                    <a:pt x="2418110" y="1300108"/>
                    <a:pt x="0" y="1300108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sz="1200" dirty="0">
                <a:solidFill>
                  <a:srgbClr val="000000"/>
                </a:solidFill>
              </a:endParaRPr>
            </a:p>
          </p:txBody>
        </p:sp>
      </p:grpSp>
      <p:sp>
        <p:nvSpPr>
          <p:cNvPr id="53" name="Полилиния 52"/>
          <p:cNvSpPr/>
          <p:nvPr/>
        </p:nvSpPr>
        <p:spPr>
          <a:xfrm>
            <a:off x="0" y="1300108"/>
            <a:ext cx="12192000" cy="3831422"/>
          </a:xfrm>
          <a:custGeom>
            <a:avLst/>
            <a:gdLst>
              <a:gd name="connsiteX0" fmla="*/ 0 w 12192000"/>
              <a:gd name="connsiteY0" fmla="*/ 0 h 3831422"/>
              <a:gd name="connsiteX1" fmla="*/ 5242397 w 12192000"/>
              <a:gd name="connsiteY1" fmla="*/ 3698019 h 3831422"/>
              <a:gd name="connsiteX2" fmla="*/ 5244333 w 12192000"/>
              <a:gd name="connsiteY2" fmla="*/ 3704422 h 3831422"/>
              <a:gd name="connsiteX3" fmla="*/ 12192000 w 12192000"/>
              <a:gd name="connsiteY3" fmla="*/ 3704422 h 3831422"/>
              <a:gd name="connsiteX4" fmla="*/ 12192000 w 12192000"/>
              <a:gd name="connsiteY4" fmla="*/ 3831422 h 3831422"/>
              <a:gd name="connsiteX5" fmla="*/ 11963400 w 12192000"/>
              <a:gd name="connsiteY5" fmla="*/ 3831422 h 3831422"/>
              <a:gd name="connsiteX6" fmla="*/ 11696700 w 12192000"/>
              <a:gd name="connsiteY6" fmla="*/ 3831422 h 3831422"/>
              <a:gd name="connsiteX7" fmla="*/ 5146002 w 12192000"/>
              <a:gd name="connsiteY7" fmla="*/ 3831422 h 3831422"/>
              <a:gd name="connsiteX8" fmla="*/ 5144103 w 12192000"/>
              <a:gd name="connsiteY8" fmla="*/ 3825019 h 3831422"/>
              <a:gd name="connsiteX9" fmla="*/ 0 w 12192000"/>
              <a:gd name="connsiteY9" fmla="*/ 127000 h 3831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831422">
                <a:moveTo>
                  <a:pt x="0" y="0"/>
                </a:moveTo>
                <a:cubicBezTo>
                  <a:pt x="2418110" y="0"/>
                  <a:pt x="4475846" y="1542944"/>
                  <a:pt x="5242397" y="3698019"/>
                </a:cubicBezTo>
                <a:lnTo>
                  <a:pt x="5244333" y="3704422"/>
                </a:lnTo>
                <a:lnTo>
                  <a:pt x="12192000" y="3704422"/>
                </a:lnTo>
                <a:lnTo>
                  <a:pt x="12192000" y="3831422"/>
                </a:lnTo>
                <a:lnTo>
                  <a:pt x="11963400" y="3831422"/>
                </a:lnTo>
                <a:lnTo>
                  <a:pt x="11696700" y="3831422"/>
                </a:lnTo>
                <a:lnTo>
                  <a:pt x="5146002" y="3831422"/>
                </a:lnTo>
                <a:lnTo>
                  <a:pt x="5144103" y="3825019"/>
                </a:lnTo>
                <a:cubicBezTo>
                  <a:pt x="4391924" y="1669944"/>
                  <a:pt x="2372771" y="127000"/>
                  <a:pt x="0" y="127000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rgbClr val="000000"/>
              </a:solidFill>
            </a:endParaRPr>
          </a:p>
        </p:txBody>
      </p:sp>
      <p:sp>
        <p:nvSpPr>
          <p:cNvPr id="56" name="Полилиния 55"/>
          <p:cNvSpPr/>
          <p:nvPr/>
        </p:nvSpPr>
        <p:spPr>
          <a:xfrm>
            <a:off x="0" y="3014674"/>
            <a:ext cx="3848100" cy="3843328"/>
          </a:xfrm>
          <a:custGeom>
            <a:avLst/>
            <a:gdLst>
              <a:gd name="connsiteX0" fmla="*/ 0 w 3848100"/>
              <a:gd name="connsiteY0" fmla="*/ 0 h 3843328"/>
              <a:gd name="connsiteX1" fmla="*/ 1 w 3848100"/>
              <a:gd name="connsiteY1" fmla="*/ 0 h 3843328"/>
              <a:gd name="connsiteX2" fmla="*/ 3843216 w 3848100"/>
              <a:gd name="connsiteY2" fmla="*/ 3650195 h 3843328"/>
              <a:gd name="connsiteX3" fmla="*/ 3848100 w 3848100"/>
              <a:gd name="connsiteY3" fmla="*/ 3843328 h 3843328"/>
              <a:gd name="connsiteX4" fmla="*/ 3701025 w 3848100"/>
              <a:gd name="connsiteY4" fmla="*/ 3843328 h 3843328"/>
              <a:gd name="connsiteX5" fmla="*/ 3696328 w 3848100"/>
              <a:gd name="connsiteY5" fmla="*/ 3657576 h 3843328"/>
              <a:gd name="connsiteX6" fmla="*/ 1 w 3848100"/>
              <a:gd name="connsiteY6" fmla="*/ 146893 h 3843328"/>
              <a:gd name="connsiteX7" fmla="*/ 0 w 3848100"/>
              <a:gd name="connsiteY7" fmla="*/ 146893 h 3843328"/>
              <a:gd name="connsiteX8" fmla="*/ 0 w 3848100"/>
              <a:gd name="connsiteY8" fmla="*/ 0 h 3843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48100" h="3843328">
                <a:moveTo>
                  <a:pt x="0" y="0"/>
                </a:moveTo>
                <a:lnTo>
                  <a:pt x="1" y="0"/>
                </a:lnTo>
                <a:cubicBezTo>
                  <a:pt x="2058901" y="0"/>
                  <a:pt x="3740149" y="1616910"/>
                  <a:pt x="3843216" y="3650195"/>
                </a:cubicBezTo>
                <a:lnTo>
                  <a:pt x="3848100" y="3843328"/>
                </a:lnTo>
                <a:lnTo>
                  <a:pt x="3701025" y="3843328"/>
                </a:lnTo>
                <a:lnTo>
                  <a:pt x="3696328" y="3657576"/>
                </a:lnTo>
                <a:cubicBezTo>
                  <a:pt x="3597200" y="1702004"/>
                  <a:pt x="1980209" y="146893"/>
                  <a:pt x="1" y="146893"/>
                </a:cubicBezTo>
                <a:lnTo>
                  <a:pt x="0" y="14689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84800" y="1197611"/>
            <a:ext cx="6472238" cy="2954655"/>
          </a:xfrm>
        </p:spPr>
        <p:txBody>
          <a:bodyPr vert="horz" wrap="square" lIns="0" tIns="0" rIns="72000" bIns="0" anchor="ctr" anchorCtr="0">
            <a:noAutofit/>
          </a:bodyPr>
          <a:lstStyle>
            <a:lvl1pPr algn="l"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ru-RU" dirty="0"/>
              <a:t>Тема презентации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84800" y="4455604"/>
            <a:ext cx="6472238" cy="246221"/>
          </a:xfrm>
        </p:spPr>
        <p:txBody>
          <a:bodyPr wrap="square" lIns="0" tIns="0" rIns="72000" bIns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47" name="Дата 3"/>
          <p:cNvSpPr>
            <a:spLocks noGrp="1"/>
          </p:cNvSpPr>
          <p:nvPr>
            <p:ph type="dt" sz="half" idx="2"/>
          </p:nvPr>
        </p:nvSpPr>
        <p:spPr>
          <a:xfrm>
            <a:off x="5384800" y="6263245"/>
            <a:ext cx="6472238" cy="246221"/>
          </a:xfrm>
          <a:prstGeom prst="rect">
            <a:avLst/>
          </a:prstGeom>
        </p:spPr>
        <p:txBody>
          <a:bodyPr vert="horz" wrap="square" lIns="0" tIns="0" rIns="72000" bIns="0" rtlCol="0" anchor="t" anchorCtr="0">
            <a:spAutoFit/>
          </a:bodyPr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121C0AF9-6A47-4BE1-B512-1C24ABBDB6BE}" type="datetime4">
              <a:rPr lang="ru-RU" smtClean="0">
                <a:solidFill>
                  <a:srgbClr val="FFFFFF"/>
                </a:solidFill>
              </a:rPr>
              <a:pPr/>
              <a:t>27 сентября 2023 г.</a:t>
            </a:fld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64" name="Полилиния 63"/>
          <p:cNvSpPr/>
          <p:nvPr/>
        </p:nvSpPr>
        <p:spPr>
          <a:xfrm>
            <a:off x="7726590" y="0"/>
            <a:ext cx="4465410" cy="4161662"/>
          </a:xfrm>
          <a:custGeom>
            <a:avLst/>
            <a:gdLst>
              <a:gd name="connsiteX0" fmla="*/ 203008 w 4465410"/>
              <a:gd name="connsiteY0" fmla="*/ 0 h 4161662"/>
              <a:gd name="connsiteX1" fmla="*/ 4465410 w 4465410"/>
              <a:gd name="connsiteY1" fmla="*/ 0 h 4161662"/>
              <a:gd name="connsiteX2" fmla="*/ 4465410 w 4465410"/>
              <a:gd name="connsiteY2" fmla="*/ 3824450 h 4161662"/>
              <a:gd name="connsiteX3" fmla="*/ 4266380 w 4465410"/>
              <a:gd name="connsiteY3" fmla="*/ 3920327 h 4161662"/>
              <a:gd name="connsiteX4" fmla="*/ 3071006 w 4465410"/>
              <a:gd name="connsiteY4" fmla="*/ 4161662 h 4161662"/>
              <a:gd name="connsiteX5" fmla="*/ 0 w 4465410"/>
              <a:gd name="connsiteY5" fmla="*/ 1090656 h 4161662"/>
              <a:gd name="connsiteX6" fmla="*/ 138067 w 4465410"/>
              <a:gd name="connsiteY6" fmla="*/ 177433 h 4161662"/>
              <a:gd name="connsiteX0" fmla="*/ 203008 w 4465410"/>
              <a:gd name="connsiteY0" fmla="*/ 0 h 4161662"/>
              <a:gd name="connsiteX1" fmla="*/ 4465410 w 4465410"/>
              <a:gd name="connsiteY1" fmla="*/ 3824450 h 4161662"/>
              <a:gd name="connsiteX2" fmla="*/ 4266380 w 4465410"/>
              <a:gd name="connsiteY2" fmla="*/ 3920327 h 4161662"/>
              <a:gd name="connsiteX3" fmla="*/ 3071006 w 4465410"/>
              <a:gd name="connsiteY3" fmla="*/ 4161662 h 4161662"/>
              <a:gd name="connsiteX4" fmla="*/ 0 w 4465410"/>
              <a:gd name="connsiteY4" fmla="*/ 1090656 h 4161662"/>
              <a:gd name="connsiteX5" fmla="*/ 138067 w 4465410"/>
              <a:gd name="connsiteY5" fmla="*/ 177433 h 4161662"/>
              <a:gd name="connsiteX6" fmla="*/ 203008 w 4465410"/>
              <a:gd name="connsiteY6" fmla="*/ 0 h 4161662"/>
              <a:gd name="connsiteX0" fmla="*/ 203008 w 4465410"/>
              <a:gd name="connsiteY0" fmla="*/ 0 h 4161662"/>
              <a:gd name="connsiteX1" fmla="*/ 4465410 w 4465410"/>
              <a:gd name="connsiteY1" fmla="*/ 3824450 h 4161662"/>
              <a:gd name="connsiteX2" fmla="*/ 4266380 w 4465410"/>
              <a:gd name="connsiteY2" fmla="*/ 3920327 h 4161662"/>
              <a:gd name="connsiteX3" fmla="*/ 3071006 w 4465410"/>
              <a:gd name="connsiteY3" fmla="*/ 4161662 h 4161662"/>
              <a:gd name="connsiteX4" fmla="*/ 0 w 4465410"/>
              <a:gd name="connsiteY4" fmla="*/ 1090656 h 4161662"/>
              <a:gd name="connsiteX5" fmla="*/ 138067 w 4465410"/>
              <a:gd name="connsiteY5" fmla="*/ 177433 h 4161662"/>
              <a:gd name="connsiteX6" fmla="*/ 203008 w 4465410"/>
              <a:gd name="connsiteY6" fmla="*/ 0 h 4161662"/>
              <a:gd name="connsiteX0" fmla="*/ 4465410 w 4556850"/>
              <a:gd name="connsiteY0" fmla="*/ 3824450 h 4161662"/>
              <a:gd name="connsiteX1" fmla="*/ 4266380 w 4556850"/>
              <a:gd name="connsiteY1" fmla="*/ 3920327 h 4161662"/>
              <a:gd name="connsiteX2" fmla="*/ 3071006 w 4556850"/>
              <a:gd name="connsiteY2" fmla="*/ 4161662 h 4161662"/>
              <a:gd name="connsiteX3" fmla="*/ 0 w 4556850"/>
              <a:gd name="connsiteY3" fmla="*/ 1090656 h 4161662"/>
              <a:gd name="connsiteX4" fmla="*/ 138067 w 4556850"/>
              <a:gd name="connsiteY4" fmla="*/ 177433 h 4161662"/>
              <a:gd name="connsiteX5" fmla="*/ 203008 w 4556850"/>
              <a:gd name="connsiteY5" fmla="*/ 0 h 4161662"/>
              <a:gd name="connsiteX6" fmla="*/ 4556850 w 4556850"/>
              <a:gd name="connsiteY6" fmla="*/ 3915890 h 4161662"/>
              <a:gd name="connsiteX0" fmla="*/ 4465410 w 4465410"/>
              <a:gd name="connsiteY0" fmla="*/ 3824450 h 4161662"/>
              <a:gd name="connsiteX1" fmla="*/ 4266380 w 4465410"/>
              <a:gd name="connsiteY1" fmla="*/ 3920327 h 4161662"/>
              <a:gd name="connsiteX2" fmla="*/ 3071006 w 4465410"/>
              <a:gd name="connsiteY2" fmla="*/ 4161662 h 4161662"/>
              <a:gd name="connsiteX3" fmla="*/ 0 w 4465410"/>
              <a:gd name="connsiteY3" fmla="*/ 1090656 h 4161662"/>
              <a:gd name="connsiteX4" fmla="*/ 138067 w 4465410"/>
              <a:gd name="connsiteY4" fmla="*/ 177433 h 4161662"/>
              <a:gd name="connsiteX5" fmla="*/ 203008 w 4465410"/>
              <a:gd name="connsiteY5" fmla="*/ 0 h 416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5410" h="4161662">
                <a:moveTo>
                  <a:pt x="4465410" y="3824450"/>
                </a:moveTo>
                <a:lnTo>
                  <a:pt x="4266380" y="3920327"/>
                </a:lnTo>
                <a:cubicBezTo>
                  <a:pt x="3898970" y="4075729"/>
                  <a:pt x="3495024" y="4161662"/>
                  <a:pt x="3071006" y="4161662"/>
                </a:cubicBezTo>
                <a:cubicBezTo>
                  <a:pt x="1374936" y="4161662"/>
                  <a:pt x="0" y="2786726"/>
                  <a:pt x="0" y="1090656"/>
                </a:cubicBezTo>
                <a:cubicBezTo>
                  <a:pt x="0" y="772643"/>
                  <a:pt x="48338" y="465920"/>
                  <a:pt x="138067" y="177433"/>
                </a:cubicBezTo>
                <a:lnTo>
                  <a:pt x="203008" y="0"/>
                </a:lnTo>
              </a:path>
            </a:pathLst>
          </a:custGeom>
          <a:noFill/>
          <a:ln w="25400">
            <a:solidFill>
              <a:schemeClr val="bg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rgbClr val="000000"/>
              </a:solidFill>
            </a:endParaRPr>
          </a:p>
        </p:txBody>
      </p:sp>
      <p:sp>
        <p:nvSpPr>
          <p:cNvPr id="66" name="Полилиния 65"/>
          <p:cNvSpPr/>
          <p:nvPr/>
        </p:nvSpPr>
        <p:spPr>
          <a:xfrm>
            <a:off x="3" y="5229474"/>
            <a:ext cx="3492498" cy="1628525"/>
          </a:xfrm>
          <a:custGeom>
            <a:avLst/>
            <a:gdLst>
              <a:gd name="connsiteX0" fmla="*/ 2988529 w 6232297"/>
              <a:gd name="connsiteY0" fmla="*/ 0 h 2906072"/>
              <a:gd name="connsiteX1" fmla="*/ 6186574 w 6232297"/>
              <a:gd name="connsiteY1" fmla="*/ 2606482 h 2906072"/>
              <a:gd name="connsiteX2" fmla="*/ 6232297 w 6232297"/>
              <a:gd name="connsiteY2" fmla="*/ 2906072 h 2906072"/>
              <a:gd name="connsiteX3" fmla="*/ 0 w 6232297"/>
              <a:gd name="connsiteY3" fmla="*/ 2906072 h 2906072"/>
              <a:gd name="connsiteX4" fmla="*/ 0 w 6232297"/>
              <a:gd name="connsiteY4" fmla="*/ 1953651 h 2906072"/>
              <a:gd name="connsiteX5" fmla="*/ 118155 w 6232297"/>
              <a:gd name="connsiteY5" fmla="*/ 1708375 h 2906072"/>
              <a:gd name="connsiteX6" fmla="*/ 2988529 w 6232297"/>
              <a:gd name="connsiteY6" fmla="*/ 0 h 2906072"/>
              <a:gd name="connsiteX0" fmla="*/ 2988529 w 6232297"/>
              <a:gd name="connsiteY0" fmla="*/ 0 h 2906072"/>
              <a:gd name="connsiteX1" fmla="*/ 6186574 w 6232297"/>
              <a:gd name="connsiteY1" fmla="*/ 2606482 h 2906072"/>
              <a:gd name="connsiteX2" fmla="*/ 6232297 w 6232297"/>
              <a:gd name="connsiteY2" fmla="*/ 2906072 h 2906072"/>
              <a:gd name="connsiteX3" fmla="*/ 0 w 6232297"/>
              <a:gd name="connsiteY3" fmla="*/ 1953651 h 2906072"/>
              <a:gd name="connsiteX4" fmla="*/ 118155 w 6232297"/>
              <a:gd name="connsiteY4" fmla="*/ 1708375 h 2906072"/>
              <a:gd name="connsiteX5" fmla="*/ 2988529 w 6232297"/>
              <a:gd name="connsiteY5" fmla="*/ 0 h 2906072"/>
              <a:gd name="connsiteX0" fmla="*/ 0 w 6232297"/>
              <a:gd name="connsiteY0" fmla="*/ 1953651 h 2906072"/>
              <a:gd name="connsiteX1" fmla="*/ 118155 w 6232297"/>
              <a:gd name="connsiteY1" fmla="*/ 1708375 h 2906072"/>
              <a:gd name="connsiteX2" fmla="*/ 2988529 w 6232297"/>
              <a:gd name="connsiteY2" fmla="*/ 0 h 2906072"/>
              <a:gd name="connsiteX3" fmla="*/ 6186574 w 6232297"/>
              <a:gd name="connsiteY3" fmla="*/ 2606482 h 2906072"/>
              <a:gd name="connsiteX4" fmla="*/ 6232297 w 6232297"/>
              <a:gd name="connsiteY4" fmla="*/ 2906072 h 2906072"/>
              <a:gd name="connsiteX5" fmla="*/ 91440 w 6232297"/>
              <a:gd name="connsiteY5" fmla="*/ 2045091 h 2906072"/>
              <a:gd name="connsiteX0" fmla="*/ 0 w 6232297"/>
              <a:gd name="connsiteY0" fmla="*/ 1953651 h 2906072"/>
              <a:gd name="connsiteX1" fmla="*/ 118155 w 6232297"/>
              <a:gd name="connsiteY1" fmla="*/ 1708375 h 2906072"/>
              <a:gd name="connsiteX2" fmla="*/ 2988529 w 6232297"/>
              <a:gd name="connsiteY2" fmla="*/ 0 h 2906072"/>
              <a:gd name="connsiteX3" fmla="*/ 6186574 w 6232297"/>
              <a:gd name="connsiteY3" fmla="*/ 2606482 h 2906072"/>
              <a:gd name="connsiteX4" fmla="*/ 6232297 w 6232297"/>
              <a:gd name="connsiteY4" fmla="*/ 2906072 h 290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32297" h="2906072">
                <a:moveTo>
                  <a:pt x="0" y="1953651"/>
                </a:moveTo>
                <a:lnTo>
                  <a:pt x="118155" y="1708375"/>
                </a:lnTo>
                <a:cubicBezTo>
                  <a:pt x="670941" y="690790"/>
                  <a:pt x="1749063" y="0"/>
                  <a:pt x="2988529" y="0"/>
                </a:cubicBezTo>
                <a:cubicBezTo>
                  <a:pt x="4566031" y="0"/>
                  <a:pt x="5882184" y="1118966"/>
                  <a:pt x="6186574" y="2606482"/>
                </a:cubicBezTo>
                <a:lnTo>
                  <a:pt x="6232297" y="2906072"/>
                </a:lnTo>
              </a:path>
            </a:pathLst>
          </a:custGeom>
          <a:noFill/>
          <a:ln w="41275">
            <a:gradFill>
              <a:gsLst>
                <a:gs pos="100000">
                  <a:srgbClr val="25A9E0">
                    <a:alpha val="40000"/>
                  </a:srgbClr>
                </a:gs>
                <a:gs pos="0">
                  <a:srgbClr val="22B8A0">
                    <a:alpha val="4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rgbClr val="000000"/>
              </a:solidFill>
            </a:endParaRP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F75CEEA9-13EC-4526-B3EF-5E5B10081200}"/>
              </a:ext>
            </a:extLst>
          </p:cNvPr>
          <p:cNvGrpSpPr/>
          <p:nvPr/>
        </p:nvGrpSpPr>
        <p:grpSpPr>
          <a:xfrm>
            <a:off x="570214" y="4641336"/>
            <a:ext cx="1625599" cy="1714102"/>
            <a:chOff x="570214" y="4641336"/>
            <a:chExt cx="1625599" cy="1714102"/>
          </a:xfrm>
        </p:grpSpPr>
        <p:sp>
          <p:nvSpPr>
            <p:cNvPr id="16" name="Freeform 147">
              <a:extLst>
                <a:ext uri="{FF2B5EF4-FFF2-40B4-BE49-F238E27FC236}">
                  <a16:creationId xmlns:a16="http://schemas.microsoft.com/office/drawing/2014/main" id="{B5369DFF-5A8E-451F-A6A0-C86171997DE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5976" y="5129492"/>
              <a:ext cx="420687" cy="826293"/>
            </a:xfrm>
            <a:custGeom>
              <a:avLst/>
              <a:gdLst>
                <a:gd name="T0" fmla="*/ 931 w 1030"/>
                <a:gd name="T1" fmla="*/ 46 h 2024"/>
                <a:gd name="T2" fmla="*/ 557 w 1030"/>
                <a:gd name="T3" fmla="*/ 117 h 2024"/>
                <a:gd name="T4" fmla="*/ 122 w 1030"/>
                <a:gd name="T5" fmla="*/ 616 h 2024"/>
                <a:gd name="T6" fmla="*/ 0 w 1030"/>
                <a:gd name="T7" fmla="*/ 1221 h 2024"/>
                <a:gd name="T8" fmla="*/ 267 w 1030"/>
                <a:gd name="T9" fmla="*/ 1738 h 2024"/>
                <a:gd name="T10" fmla="*/ 759 w 1030"/>
                <a:gd name="T11" fmla="*/ 2024 h 2024"/>
                <a:gd name="T12" fmla="*/ 995 w 1030"/>
                <a:gd name="T13" fmla="*/ 124 h 2024"/>
                <a:gd name="T14" fmla="*/ 759 w 1030"/>
                <a:gd name="T15" fmla="*/ 1977 h 2024"/>
                <a:gd name="T16" fmla="*/ 744 w 1030"/>
                <a:gd name="T17" fmla="*/ 1590 h 2024"/>
                <a:gd name="T18" fmla="*/ 819 w 1030"/>
                <a:gd name="T19" fmla="*/ 1488 h 2024"/>
                <a:gd name="T20" fmla="*/ 696 w 1030"/>
                <a:gd name="T21" fmla="*/ 1412 h 2024"/>
                <a:gd name="T22" fmla="*/ 906 w 1030"/>
                <a:gd name="T23" fmla="*/ 1334 h 2024"/>
                <a:gd name="T24" fmla="*/ 658 w 1030"/>
                <a:gd name="T25" fmla="*/ 1384 h 2024"/>
                <a:gd name="T26" fmla="*/ 482 w 1030"/>
                <a:gd name="T27" fmla="*/ 1826 h 2024"/>
                <a:gd name="T28" fmla="*/ 299 w 1030"/>
                <a:gd name="T29" fmla="*/ 1702 h 2024"/>
                <a:gd name="T30" fmla="*/ 47 w 1030"/>
                <a:gd name="T31" fmla="*/ 1221 h 2024"/>
                <a:gd name="T32" fmla="*/ 251 w 1030"/>
                <a:gd name="T33" fmla="*/ 977 h 2024"/>
                <a:gd name="T34" fmla="*/ 361 w 1030"/>
                <a:gd name="T35" fmla="*/ 1295 h 2024"/>
                <a:gd name="T36" fmla="*/ 449 w 1030"/>
                <a:gd name="T37" fmla="*/ 1217 h 2024"/>
                <a:gd name="T38" fmla="*/ 606 w 1030"/>
                <a:gd name="T39" fmla="*/ 1131 h 2024"/>
                <a:gd name="T40" fmla="*/ 685 w 1030"/>
                <a:gd name="T41" fmla="*/ 1053 h 2024"/>
                <a:gd name="T42" fmla="*/ 494 w 1030"/>
                <a:gd name="T43" fmla="*/ 1081 h 2024"/>
                <a:gd name="T44" fmla="*/ 98 w 1030"/>
                <a:gd name="T45" fmla="*/ 851 h 2024"/>
                <a:gd name="T46" fmla="*/ 435 w 1030"/>
                <a:gd name="T47" fmla="*/ 649 h 2024"/>
                <a:gd name="T48" fmla="*/ 176 w 1030"/>
                <a:gd name="T49" fmla="*/ 797 h 2024"/>
                <a:gd name="T50" fmla="*/ 482 w 1030"/>
                <a:gd name="T51" fmla="*/ 649 h 2024"/>
                <a:gd name="T52" fmla="*/ 557 w 1030"/>
                <a:gd name="T53" fmla="*/ 164 h 2024"/>
                <a:gd name="T54" fmla="*/ 647 w 1030"/>
                <a:gd name="T55" fmla="*/ 325 h 2024"/>
                <a:gd name="T56" fmla="*/ 481 w 1030"/>
                <a:gd name="T57" fmla="*/ 415 h 2024"/>
                <a:gd name="T58" fmla="*/ 637 w 1030"/>
                <a:gd name="T59" fmla="*/ 402 h 2024"/>
                <a:gd name="T60" fmla="*/ 646 w 1030"/>
                <a:gd name="T61" fmla="*/ 141 h 2024"/>
                <a:gd name="T62" fmla="*/ 904 w 1030"/>
                <a:gd name="T63" fmla="*/ 83 h 2024"/>
                <a:gd name="T64" fmla="*/ 984 w 1030"/>
                <a:gd name="T65" fmla="*/ 282 h 2024"/>
                <a:gd name="T66" fmla="*/ 819 w 1030"/>
                <a:gd name="T67" fmla="*/ 1535 h 2024"/>
                <a:gd name="T68" fmla="*/ 787 w 1030"/>
                <a:gd name="T69" fmla="*/ 1567 h 2024"/>
                <a:gd name="T70" fmla="*/ 859 w 1030"/>
                <a:gd name="T71" fmla="*/ 1334 h 2024"/>
                <a:gd name="T72" fmla="*/ 439 w 1030"/>
                <a:gd name="T73" fmla="*/ 1263 h 2024"/>
                <a:gd name="T74" fmla="*/ 407 w 1030"/>
                <a:gd name="T75" fmla="*/ 1295 h 2024"/>
                <a:gd name="T76" fmla="*/ 685 w 1030"/>
                <a:gd name="T77" fmla="*/ 1099 h 2024"/>
                <a:gd name="T78" fmla="*/ 653 w 1030"/>
                <a:gd name="T79" fmla="*/ 1131 h 2024"/>
                <a:gd name="T80" fmla="*/ 222 w 1030"/>
                <a:gd name="T81" fmla="*/ 797 h 2024"/>
                <a:gd name="T82" fmla="*/ 592 w 1030"/>
                <a:gd name="T83" fmla="*/ 415 h 2024"/>
                <a:gd name="T84" fmla="*/ 560 w 1030"/>
                <a:gd name="T85" fmla="*/ 383 h 2024"/>
                <a:gd name="T86" fmla="*/ 590 w 1030"/>
                <a:gd name="T87" fmla="*/ 404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0" h="2024">
                  <a:moveTo>
                    <a:pt x="974" y="87"/>
                  </a:moveTo>
                  <a:cubicBezTo>
                    <a:pt x="961" y="72"/>
                    <a:pt x="947" y="58"/>
                    <a:pt x="932" y="46"/>
                  </a:cubicBezTo>
                  <a:cubicBezTo>
                    <a:pt x="932" y="46"/>
                    <a:pt x="932" y="46"/>
                    <a:pt x="931" y="46"/>
                  </a:cubicBezTo>
                  <a:cubicBezTo>
                    <a:pt x="893" y="16"/>
                    <a:pt x="847" y="0"/>
                    <a:pt x="800" y="0"/>
                  </a:cubicBezTo>
                  <a:cubicBezTo>
                    <a:pt x="719" y="0"/>
                    <a:pt x="645" y="46"/>
                    <a:pt x="603" y="121"/>
                  </a:cubicBezTo>
                  <a:cubicBezTo>
                    <a:pt x="588" y="118"/>
                    <a:pt x="573" y="117"/>
                    <a:pt x="557" y="117"/>
                  </a:cubicBezTo>
                  <a:cubicBezTo>
                    <a:pt x="408" y="117"/>
                    <a:pt x="287" y="251"/>
                    <a:pt x="287" y="416"/>
                  </a:cubicBezTo>
                  <a:cubicBezTo>
                    <a:pt x="287" y="420"/>
                    <a:pt x="287" y="458"/>
                    <a:pt x="286" y="481"/>
                  </a:cubicBezTo>
                  <a:cubicBezTo>
                    <a:pt x="221" y="507"/>
                    <a:pt x="164" y="554"/>
                    <a:pt x="122" y="616"/>
                  </a:cubicBezTo>
                  <a:cubicBezTo>
                    <a:pt x="76" y="684"/>
                    <a:pt x="52" y="765"/>
                    <a:pt x="52" y="851"/>
                  </a:cubicBezTo>
                  <a:cubicBezTo>
                    <a:pt x="52" y="879"/>
                    <a:pt x="66" y="972"/>
                    <a:pt x="70" y="1004"/>
                  </a:cubicBezTo>
                  <a:cubicBezTo>
                    <a:pt x="25" y="1065"/>
                    <a:pt x="0" y="1142"/>
                    <a:pt x="0" y="1221"/>
                  </a:cubicBezTo>
                  <a:cubicBezTo>
                    <a:pt x="0" y="1364"/>
                    <a:pt x="79" y="1491"/>
                    <a:pt x="199" y="1541"/>
                  </a:cubicBezTo>
                  <a:cubicBezTo>
                    <a:pt x="203" y="1609"/>
                    <a:pt x="224" y="1673"/>
                    <a:pt x="260" y="1727"/>
                  </a:cubicBezTo>
                  <a:cubicBezTo>
                    <a:pt x="262" y="1731"/>
                    <a:pt x="264" y="1734"/>
                    <a:pt x="267" y="1738"/>
                  </a:cubicBezTo>
                  <a:cubicBezTo>
                    <a:pt x="290" y="1771"/>
                    <a:pt x="319" y="1799"/>
                    <a:pt x="351" y="1821"/>
                  </a:cubicBezTo>
                  <a:cubicBezTo>
                    <a:pt x="393" y="1851"/>
                    <a:pt x="442" y="1869"/>
                    <a:pt x="492" y="1875"/>
                  </a:cubicBezTo>
                  <a:cubicBezTo>
                    <a:pt x="522" y="1933"/>
                    <a:pt x="619" y="2024"/>
                    <a:pt x="759" y="2024"/>
                  </a:cubicBezTo>
                  <a:cubicBezTo>
                    <a:pt x="909" y="2024"/>
                    <a:pt x="1030" y="1890"/>
                    <a:pt x="1030" y="1724"/>
                  </a:cubicBezTo>
                  <a:cubicBezTo>
                    <a:pt x="1030" y="282"/>
                    <a:pt x="1030" y="282"/>
                    <a:pt x="1030" y="282"/>
                  </a:cubicBezTo>
                  <a:cubicBezTo>
                    <a:pt x="1030" y="226"/>
                    <a:pt x="1018" y="171"/>
                    <a:pt x="995" y="124"/>
                  </a:cubicBezTo>
                  <a:cubicBezTo>
                    <a:pt x="988" y="108"/>
                    <a:pt x="980" y="96"/>
                    <a:pt x="974" y="87"/>
                  </a:cubicBezTo>
                  <a:close/>
                  <a:moveTo>
                    <a:pt x="984" y="1724"/>
                  </a:moveTo>
                  <a:cubicBezTo>
                    <a:pt x="984" y="1864"/>
                    <a:pt x="883" y="1977"/>
                    <a:pt x="759" y="1977"/>
                  </a:cubicBezTo>
                  <a:cubicBezTo>
                    <a:pt x="621" y="1977"/>
                    <a:pt x="542" y="1878"/>
                    <a:pt x="531" y="1847"/>
                  </a:cubicBezTo>
                  <a:cubicBezTo>
                    <a:pt x="528" y="1831"/>
                    <a:pt x="515" y="1723"/>
                    <a:pt x="576" y="1653"/>
                  </a:cubicBezTo>
                  <a:cubicBezTo>
                    <a:pt x="612" y="1612"/>
                    <a:pt x="669" y="1591"/>
                    <a:pt x="744" y="1590"/>
                  </a:cubicBezTo>
                  <a:cubicBezTo>
                    <a:pt x="754" y="1622"/>
                    <a:pt x="784" y="1646"/>
                    <a:pt x="819" y="1646"/>
                  </a:cubicBezTo>
                  <a:cubicBezTo>
                    <a:pt x="863" y="1646"/>
                    <a:pt x="898" y="1610"/>
                    <a:pt x="898" y="1567"/>
                  </a:cubicBezTo>
                  <a:cubicBezTo>
                    <a:pt x="898" y="1524"/>
                    <a:pt x="863" y="1488"/>
                    <a:pt x="819" y="1488"/>
                  </a:cubicBezTo>
                  <a:cubicBezTo>
                    <a:pt x="784" y="1488"/>
                    <a:pt x="754" y="1512"/>
                    <a:pt x="744" y="1544"/>
                  </a:cubicBezTo>
                  <a:cubicBezTo>
                    <a:pt x="718" y="1544"/>
                    <a:pt x="693" y="1546"/>
                    <a:pt x="670" y="1551"/>
                  </a:cubicBezTo>
                  <a:cubicBezTo>
                    <a:pt x="663" y="1492"/>
                    <a:pt x="671" y="1446"/>
                    <a:pt x="696" y="1412"/>
                  </a:cubicBezTo>
                  <a:cubicBezTo>
                    <a:pt x="714" y="1386"/>
                    <a:pt x="739" y="1374"/>
                    <a:pt x="756" y="1367"/>
                  </a:cubicBezTo>
                  <a:cubicBezTo>
                    <a:pt x="769" y="1394"/>
                    <a:pt x="796" y="1413"/>
                    <a:pt x="827" y="1413"/>
                  </a:cubicBezTo>
                  <a:cubicBezTo>
                    <a:pt x="871" y="1413"/>
                    <a:pt x="906" y="1377"/>
                    <a:pt x="906" y="1334"/>
                  </a:cubicBezTo>
                  <a:cubicBezTo>
                    <a:pt x="906" y="1291"/>
                    <a:pt x="871" y="1255"/>
                    <a:pt x="827" y="1255"/>
                  </a:cubicBezTo>
                  <a:cubicBezTo>
                    <a:pt x="788" y="1255"/>
                    <a:pt x="756" y="1283"/>
                    <a:pt x="750" y="1320"/>
                  </a:cubicBezTo>
                  <a:cubicBezTo>
                    <a:pt x="727" y="1327"/>
                    <a:pt x="688" y="1344"/>
                    <a:pt x="658" y="1384"/>
                  </a:cubicBezTo>
                  <a:cubicBezTo>
                    <a:pt x="625" y="1429"/>
                    <a:pt x="614" y="1490"/>
                    <a:pt x="625" y="1564"/>
                  </a:cubicBezTo>
                  <a:cubicBezTo>
                    <a:pt x="591" y="1578"/>
                    <a:pt x="563" y="1597"/>
                    <a:pt x="540" y="1623"/>
                  </a:cubicBezTo>
                  <a:cubicBezTo>
                    <a:pt x="482" y="1690"/>
                    <a:pt x="479" y="1780"/>
                    <a:pt x="482" y="1826"/>
                  </a:cubicBezTo>
                  <a:cubicBezTo>
                    <a:pt x="445" y="1820"/>
                    <a:pt x="409" y="1805"/>
                    <a:pt x="377" y="1783"/>
                  </a:cubicBezTo>
                  <a:cubicBezTo>
                    <a:pt x="350" y="1764"/>
                    <a:pt x="326" y="1740"/>
                    <a:pt x="305" y="1711"/>
                  </a:cubicBezTo>
                  <a:cubicBezTo>
                    <a:pt x="303" y="1707"/>
                    <a:pt x="301" y="1704"/>
                    <a:pt x="299" y="1702"/>
                  </a:cubicBezTo>
                  <a:cubicBezTo>
                    <a:pt x="265" y="1650"/>
                    <a:pt x="247" y="1589"/>
                    <a:pt x="245" y="1525"/>
                  </a:cubicBezTo>
                  <a:cubicBezTo>
                    <a:pt x="245" y="1515"/>
                    <a:pt x="239" y="1507"/>
                    <a:pt x="230" y="1503"/>
                  </a:cubicBezTo>
                  <a:cubicBezTo>
                    <a:pt x="120" y="1464"/>
                    <a:pt x="47" y="1350"/>
                    <a:pt x="47" y="1221"/>
                  </a:cubicBezTo>
                  <a:cubicBezTo>
                    <a:pt x="47" y="1149"/>
                    <a:pt x="70" y="1079"/>
                    <a:pt x="113" y="1024"/>
                  </a:cubicBezTo>
                  <a:cubicBezTo>
                    <a:pt x="114" y="1024"/>
                    <a:pt x="114" y="1024"/>
                    <a:pt x="114" y="1023"/>
                  </a:cubicBezTo>
                  <a:cubicBezTo>
                    <a:pt x="153" y="993"/>
                    <a:pt x="202" y="977"/>
                    <a:pt x="251" y="977"/>
                  </a:cubicBezTo>
                  <a:cubicBezTo>
                    <a:pt x="339" y="977"/>
                    <a:pt x="418" y="1028"/>
                    <a:pt x="455" y="1107"/>
                  </a:cubicBezTo>
                  <a:cubicBezTo>
                    <a:pt x="422" y="1137"/>
                    <a:pt x="402" y="1180"/>
                    <a:pt x="402" y="1226"/>
                  </a:cubicBezTo>
                  <a:cubicBezTo>
                    <a:pt x="378" y="1239"/>
                    <a:pt x="361" y="1265"/>
                    <a:pt x="361" y="1295"/>
                  </a:cubicBezTo>
                  <a:cubicBezTo>
                    <a:pt x="361" y="1339"/>
                    <a:pt x="396" y="1374"/>
                    <a:pt x="439" y="1374"/>
                  </a:cubicBezTo>
                  <a:cubicBezTo>
                    <a:pt x="483" y="1374"/>
                    <a:pt x="518" y="1339"/>
                    <a:pt x="518" y="1295"/>
                  </a:cubicBezTo>
                  <a:cubicBezTo>
                    <a:pt x="518" y="1255"/>
                    <a:pt x="488" y="1222"/>
                    <a:pt x="449" y="1217"/>
                  </a:cubicBezTo>
                  <a:cubicBezTo>
                    <a:pt x="454" y="1163"/>
                    <a:pt x="497" y="1117"/>
                    <a:pt x="553" y="1112"/>
                  </a:cubicBezTo>
                  <a:cubicBezTo>
                    <a:pt x="572" y="1110"/>
                    <a:pt x="590" y="1113"/>
                    <a:pt x="607" y="1120"/>
                  </a:cubicBezTo>
                  <a:cubicBezTo>
                    <a:pt x="607" y="1123"/>
                    <a:pt x="606" y="1127"/>
                    <a:pt x="606" y="1131"/>
                  </a:cubicBezTo>
                  <a:cubicBezTo>
                    <a:pt x="606" y="1175"/>
                    <a:pt x="642" y="1210"/>
                    <a:pt x="685" y="1210"/>
                  </a:cubicBezTo>
                  <a:cubicBezTo>
                    <a:pt x="728" y="1210"/>
                    <a:pt x="764" y="1175"/>
                    <a:pt x="764" y="1131"/>
                  </a:cubicBezTo>
                  <a:cubicBezTo>
                    <a:pt x="764" y="1088"/>
                    <a:pt x="728" y="1053"/>
                    <a:pt x="685" y="1053"/>
                  </a:cubicBezTo>
                  <a:cubicBezTo>
                    <a:pt x="663" y="1053"/>
                    <a:pt x="642" y="1062"/>
                    <a:pt x="628" y="1077"/>
                  </a:cubicBezTo>
                  <a:cubicBezTo>
                    <a:pt x="603" y="1067"/>
                    <a:pt x="576" y="1063"/>
                    <a:pt x="548" y="1065"/>
                  </a:cubicBezTo>
                  <a:cubicBezTo>
                    <a:pt x="529" y="1067"/>
                    <a:pt x="510" y="1073"/>
                    <a:pt x="494" y="1081"/>
                  </a:cubicBezTo>
                  <a:cubicBezTo>
                    <a:pt x="448" y="989"/>
                    <a:pt x="354" y="930"/>
                    <a:pt x="251" y="930"/>
                  </a:cubicBezTo>
                  <a:cubicBezTo>
                    <a:pt x="202" y="930"/>
                    <a:pt x="154" y="943"/>
                    <a:pt x="112" y="968"/>
                  </a:cubicBezTo>
                  <a:cubicBezTo>
                    <a:pt x="106" y="925"/>
                    <a:pt x="98" y="869"/>
                    <a:pt x="98" y="851"/>
                  </a:cubicBezTo>
                  <a:cubicBezTo>
                    <a:pt x="98" y="701"/>
                    <a:pt x="182" y="571"/>
                    <a:pt x="306" y="523"/>
                  </a:cubicBezTo>
                  <a:cubicBezTo>
                    <a:pt x="307" y="523"/>
                    <a:pt x="308" y="523"/>
                    <a:pt x="310" y="523"/>
                  </a:cubicBezTo>
                  <a:cubicBezTo>
                    <a:pt x="379" y="523"/>
                    <a:pt x="435" y="579"/>
                    <a:pt x="435" y="649"/>
                  </a:cubicBezTo>
                  <a:cubicBezTo>
                    <a:pt x="435" y="711"/>
                    <a:pt x="389" y="763"/>
                    <a:pt x="329" y="773"/>
                  </a:cubicBezTo>
                  <a:cubicBezTo>
                    <a:pt x="318" y="741"/>
                    <a:pt x="289" y="719"/>
                    <a:pt x="254" y="719"/>
                  </a:cubicBezTo>
                  <a:cubicBezTo>
                    <a:pt x="211" y="719"/>
                    <a:pt x="176" y="754"/>
                    <a:pt x="176" y="797"/>
                  </a:cubicBezTo>
                  <a:cubicBezTo>
                    <a:pt x="176" y="841"/>
                    <a:pt x="211" y="876"/>
                    <a:pt x="254" y="876"/>
                  </a:cubicBezTo>
                  <a:cubicBezTo>
                    <a:pt x="290" y="876"/>
                    <a:pt x="320" y="852"/>
                    <a:pt x="330" y="820"/>
                  </a:cubicBezTo>
                  <a:cubicBezTo>
                    <a:pt x="415" y="810"/>
                    <a:pt x="482" y="737"/>
                    <a:pt x="482" y="649"/>
                  </a:cubicBezTo>
                  <a:cubicBezTo>
                    <a:pt x="482" y="562"/>
                    <a:pt x="417" y="490"/>
                    <a:pt x="333" y="478"/>
                  </a:cubicBezTo>
                  <a:cubicBezTo>
                    <a:pt x="333" y="455"/>
                    <a:pt x="334" y="420"/>
                    <a:pt x="334" y="416"/>
                  </a:cubicBezTo>
                  <a:cubicBezTo>
                    <a:pt x="334" y="277"/>
                    <a:pt x="434" y="164"/>
                    <a:pt x="557" y="164"/>
                  </a:cubicBezTo>
                  <a:cubicBezTo>
                    <a:pt x="573" y="164"/>
                    <a:pt x="590" y="166"/>
                    <a:pt x="606" y="170"/>
                  </a:cubicBezTo>
                  <a:cubicBezTo>
                    <a:pt x="631" y="185"/>
                    <a:pt x="649" y="209"/>
                    <a:pt x="657" y="237"/>
                  </a:cubicBezTo>
                  <a:cubicBezTo>
                    <a:pt x="666" y="267"/>
                    <a:pt x="662" y="298"/>
                    <a:pt x="647" y="325"/>
                  </a:cubicBezTo>
                  <a:cubicBezTo>
                    <a:pt x="639" y="339"/>
                    <a:pt x="629" y="351"/>
                    <a:pt x="616" y="360"/>
                  </a:cubicBezTo>
                  <a:cubicBezTo>
                    <a:pt x="602" y="346"/>
                    <a:pt x="582" y="337"/>
                    <a:pt x="560" y="337"/>
                  </a:cubicBezTo>
                  <a:cubicBezTo>
                    <a:pt x="517" y="337"/>
                    <a:pt x="481" y="372"/>
                    <a:pt x="481" y="415"/>
                  </a:cubicBezTo>
                  <a:cubicBezTo>
                    <a:pt x="481" y="459"/>
                    <a:pt x="517" y="494"/>
                    <a:pt x="560" y="494"/>
                  </a:cubicBezTo>
                  <a:cubicBezTo>
                    <a:pt x="603" y="494"/>
                    <a:pt x="639" y="459"/>
                    <a:pt x="639" y="415"/>
                  </a:cubicBezTo>
                  <a:cubicBezTo>
                    <a:pt x="639" y="411"/>
                    <a:pt x="638" y="407"/>
                    <a:pt x="637" y="402"/>
                  </a:cubicBezTo>
                  <a:cubicBezTo>
                    <a:pt x="658" y="388"/>
                    <a:pt x="675" y="370"/>
                    <a:pt x="688" y="347"/>
                  </a:cubicBezTo>
                  <a:cubicBezTo>
                    <a:pt x="709" y="310"/>
                    <a:pt x="714" y="266"/>
                    <a:pt x="702" y="224"/>
                  </a:cubicBezTo>
                  <a:cubicBezTo>
                    <a:pt x="693" y="191"/>
                    <a:pt x="673" y="162"/>
                    <a:pt x="646" y="141"/>
                  </a:cubicBezTo>
                  <a:cubicBezTo>
                    <a:pt x="680" y="82"/>
                    <a:pt x="737" y="47"/>
                    <a:pt x="800" y="47"/>
                  </a:cubicBezTo>
                  <a:cubicBezTo>
                    <a:pt x="837" y="47"/>
                    <a:pt x="872" y="59"/>
                    <a:pt x="903" y="83"/>
                  </a:cubicBezTo>
                  <a:cubicBezTo>
                    <a:pt x="903" y="83"/>
                    <a:pt x="904" y="83"/>
                    <a:pt x="904" y="83"/>
                  </a:cubicBezTo>
                  <a:cubicBezTo>
                    <a:pt x="916" y="93"/>
                    <a:pt x="927" y="104"/>
                    <a:pt x="937" y="116"/>
                  </a:cubicBezTo>
                  <a:cubicBezTo>
                    <a:pt x="940" y="120"/>
                    <a:pt x="946" y="129"/>
                    <a:pt x="953" y="144"/>
                  </a:cubicBezTo>
                  <a:cubicBezTo>
                    <a:pt x="973" y="185"/>
                    <a:pt x="984" y="233"/>
                    <a:pt x="984" y="282"/>
                  </a:cubicBezTo>
                  <a:lnTo>
                    <a:pt x="984" y="1724"/>
                  </a:lnTo>
                  <a:close/>
                  <a:moveTo>
                    <a:pt x="787" y="1567"/>
                  </a:moveTo>
                  <a:cubicBezTo>
                    <a:pt x="787" y="1549"/>
                    <a:pt x="802" y="1535"/>
                    <a:pt x="819" y="1535"/>
                  </a:cubicBezTo>
                  <a:cubicBezTo>
                    <a:pt x="837" y="1535"/>
                    <a:pt x="851" y="1549"/>
                    <a:pt x="851" y="1567"/>
                  </a:cubicBezTo>
                  <a:cubicBezTo>
                    <a:pt x="851" y="1585"/>
                    <a:pt x="837" y="1599"/>
                    <a:pt x="819" y="1599"/>
                  </a:cubicBezTo>
                  <a:cubicBezTo>
                    <a:pt x="802" y="1599"/>
                    <a:pt x="787" y="1585"/>
                    <a:pt x="787" y="1567"/>
                  </a:cubicBezTo>
                  <a:close/>
                  <a:moveTo>
                    <a:pt x="795" y="1334"/>
                  </a:moveTo>
                  <a:cubicBezTo>
                    <a:pt x="795" y="1316"/>
                    <a:pt x="810" y="1302"/>
                    <a:pt x="827" y="1302"/>
                  </a:cubicBezTo>
                  <a:cubicBezTo>
                    <a:pt x="845" y="1302"/>
                    <a:pt x="859" y="1316"/>
                    <a:pt x="859" y="1334"/>
                  </a:cubicBezTo>
                  <a:cubicBezTo>
                    <a:pt x="859" y="1352"/>
                    <a:pt x="845" y="1366"/>
                    <a:pt x="827" y="1366"/>
                  </a:cubicBezTo>
                  <a:cubicBezTo>
                    <a:pt x="810" y="1366"/>
                    <a:pt x="795" y="1352"/>
                    <a:pt x="795" y="1334"/>
                  </a:cubicBezTo>
                  <a:close/>
                  <a:moveTo>
                    <a:pt x="439" y="1263"/>
                  </a:moveTo>
                  <a:cubicBezTo>
                    <a:pt x="457" y="1263"/>
                    <a:pt x="471" y="1278"/>
                    <a:pt x="471" y="1295"/>
                  </a:cubicBezTo>
                  <a:cubicBezTo>
                    <a:pt x="471" y="1313"/>
                    <a:pt x="457" y="1327"/>
                    <a:pt x="439" y="1327"/>
                  </a:cubicBezTo>
                  <a:cubicBezTo>
                    <a:pt x="422" y="1327"/>
                    <a:pt x="407" y="1313"/>
                    <a:pt x="407" y="1295"/>
                  </a:cubicBezTo>
                  <a:cubicBezTo>
                    <a:pt x="407" y="1278"/>
                    <a:pt x="422" y="1263"/>
                    <a:pt x="439" y="1263"/>
                  </a:cubicBezTo>
                  <a:close/>
                  <a:moveTo>
                    <a:pt x="653" y="1131"/>
                  </a:moveTo>
                  <a:cubicBezTo>
                    <a:pt x="653" y="1114"/>
                    <a:pt x="667" y="1099"/>
                    <a:pt x="685" y="1099"/>
                  </a:cubicBezTo>
                  <a:cubicBezTo>
                    <a:pt x="703" y="1099"/>
                    <a:pt x="717" y="1114"/>
                    <a:pt x="717" y="1131"/>
                  </a:cubicBezTo>
                  <a:cubicBezTo>
                    <a:pt x="717" y="1149"/>
                    <a:pt x="703" y="1163"/>
                    <a:pt x="685" y="1163"/>
                  </a:cubicBezTo>
                  <a:cubicBezTo>
                    <a:pt x="667" y="1163"/>
                    <a:pt x="653" y="1149"/>
                    <a:pt x="653" y="1131"/>
                  </a:cubicBezTo>
                  <a:close/>
                  <a:moveTo>
                    <a:pt x="286" y="797"/>
                  </a:moveTo>
                  <a:cubicBezTo>
                    <a:pt x="286" y="815"/>
                    <a:pt x="272" y="829"/>
                    <a:pt x="254" y="829"/>
                  </a:cubicBezTo>
                  <a:cubicBezTo>
                    <a:pt x="237" y="829"/>
                    <a:pt x="222" y="815"/>
                    <a:pt x="222" y="797"/>
                  </a:cubicBezTo>
                  <a:cubicBezTo>
                    <a:pt x="222" y="780"/>
                    <a:pt x="237" y="765"/>
                    <a:pt x="254" y="765"/>
                  </a:cubicBezTo>
                  <a:cubicBezTo>
                    <a:pt x="272" y="765"/>
                    <a:pt x="286" y="780"/>
                    <a:pt x="286" y="797"/>
                  </a:cubicBezTo>
                  <a:close/>
                  <a:moveTo>
                    <a:pt x="592" y="415"/>
                  </a:moveTo>
                  <a:cubicBezTo>
                    <a:pt x="592" y="433"/>
                    <a:pt x="578" y="447"/>
                    <a:pt x="560" y="447"/>
                  </a:cubicBezTo>
                  <a:cubicBezTo>
                    <a:pt x="542" y="447"/>
                    <a:pt x="528" y="433"/>
                    <a:pt x="528" y="415"/>
                  </a:cubicBezTo>
                  <a:cubicBezTo>
                    <a:pt x="528" y="398"/>
                    <a:pt x="542" y="383"/>
                    <a:pt x="560" y="383"/>
                  </a:cubicBezTo>
                  <a:cubicBezTo>
                    <a:pt x="572" y="383"/>
                    <a:pt x="582" y="390"/>
                    <a:pt x="588" y="400"/>
                  </a:cubicBezTo>
                  <a:cubicBezTo>
                    <a:pt x="588" y="401"/>
                    <a:pt x="588" y="402"/>
                    <a:pt x="589" y="402"/>
                  </a:cubicBezTo>
                  <a:cubicBezTo>
                    <a:pt x="589" y="403"/>
                    <a:pt x="589" y="403"/>
                    <a:pt x="590" y="404"/>
                  </a:cubicBezTo>
                  <a:cubicBezTo>
                    <a:pt x="591" y="407"/>
                    <a:pt x="592" y="411"/>
                    <a:pt x="592" y="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Freeform 148">
              <a:extLst>
                <a:ext uri="{FF2B5EF4-FFF2-40B4-BE49-F238E27FC236}">
                  <a16:creationId xmlns:a16="http://schemas.microsoft.com/office/drawing/2014/main" id="{DD2D2B5A-F772-49AA-A5C5-EFE4374E15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12357" y="5301339"/>
              <a:ext cx="134937" cy="227012"/>
            </a:xfrm>
            <a:custGeom>
              <a:avLst/>
              <a:gdLst>
                <a:gd name="T0" fmla="*/ 251 w 330"/>
                <a:gd name="T1" fmla="*/ 0 h 556"/>
                <a:gd name="T2" fmla="*/ 175 w 330"/>
                <a:gd name="T3" fmla="*/ 60 h 556"/>
                <a:gd name="T4" fmla="*/ 0 w 330"/>
                <a:gd name="T5" fmla="*/ 290 h 556"/>
                <a:gd name="T6" fmla="*/ 54 w 330"/>
                <a:gd name="T7" fmla="*/ 442 h 556"/>
                <a:gd name="T8" fmla="*/ 46 w 330"/>
                <a:gd name="T9" fmla="*/ 477 h 556"/>
                <a:gd name="T10" fmla="*/ 125 w 330"/>
                <a:gd name="T11" fmla="*/ 556 h 556"/>
                <a:gd name="T12" fmla="*/ 203 w 330"/>
                <a:gd name="T13" fmla="*/ 477 h 556"/>
                <a:gd name="T14" fmla="*/ 125 w 330"/>
                <a:gd name="T15" fmla="*/ 398 h 556"/>
                <a:gd name="T16" fmla="*/ 87 w 330"/>
                <a:gd name="T17" fmla="*/ 408 h 556"/>
                <a:gd name="T18" fmla="*/ 47 w 330"/>
                <a:gd name="T19" fmla="*/ 290 h 556"/>
                <a:gd name="T20" fmla="*/ 178 w 330"/>
                <a:gd name="T21" fmla="*/ 108 h 556"/>
                <a:gd name="T22" fmla="*/ 251 w 330"/>
                <a:gd name="T23" fmla="*/ 158 h 556"/>
                <a:gd name="T24" fmla="*/ 330 w 330"/>
                <a:gd name="T25" fmla="*/ 79 h 556"/>
                <a:gd name="T26" fmla="*/ 251 w 330"/>
                <a:gd name="T27" fmla="*/ 0 h 556"/>
                <a:gd name="T28" fmla="*/ 157 w 330"/>
                <a:gd name="T29" fmla="*/ 477 h 556"/>
                <a:gd name="T30" fmla="*/ 125 w 330"/>
                <a:gd name="T31" fmla="*/ 509 h 556"/>
                <a:gd name="T32" fmla="*/ 93 w 330"/>
                <a:gd name="T33" fmla="*/ 477 h 556"/>
                <a:gd name="T34" fmla="*/ 125 w 330"/>
                <a:gd name="T35" fmla="*/ 445 h 556"/>
                <a:gd name="T36" fmla="*/ 157 w 330"/>
                <a:gd name="T37" fmla="*/ 477 h 556"/>
                <a:gd name="T38" fmla="*/ 251 w 330"/>
                <a:gd name="T39" fmla="*/ 111 h 556"/>
                <a:gd name="T40" fmla="*/ 219 w 330"/>
                <a:gd name="T41" fmla="*/ 79 h 556"/>
                <a:gd name="T42" fmla="*/ 219 w 330"/>
                <a:gd name="T43" fmla="*/ 79 h 556"/>
                <a:gd name="T44" fmla="*/ 251 w 330"/>
                <a:gd name="T45" fmla="*/ 47 h 556"/>
                <a:gd name="T46" fmla="*/ 283 w 330"/>
                <a:gd name="T47" fmla="*/ 79 h 556"/>
                <a:gd name="T48" fmla="*/ 251 w 330"/>
                <a:gd name="T49" fmla="*/ 111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30" h="556">
                  <a:moveTo>
                    <a:pt x="251" y="0"/>
                  </a:moveTo>
                  <a:cubicBezTo>
                    <a:pt x="214" y="0"/>
                    <a:pt x="183" y="26"/>
                    <a:pt x="175" y="60"/>
                  </a:cubicBezTo>
                  <a:cubicBezTo>
                    <a:pt x="73" y="89"/>
                    <a:pt x="0" y="183"/>
                    <a:pt x="0" y="290"/>
                  </a:cubicBezTo>
                  <a:cubicBezTo>
                    <a:pt x="0" y="346"/>
                    <a:pt x="19" y="399"/>
                    <a:pt x="54" y="442"/>
                  </a:cubicBezTo>
                  <a:cubicBezTo>
                    <a:pt x="49" y="452"/>
                    <a:pt x="46" y="464"/>
                    <a:pt x="46" y="477"/>
                  </a:cubicBezTo>
                  <a:cubicBezTo>
                    <a:pt x="46" y="520"/>
                    <a:pt x="81" y="556"/>
                    <a:pt x="125" y="556"/>
                  </a:cubicBezTo>
                  <a:cubicBezTo>
                    <a:pt x="168" y="556"/>
                    <a:pt x="203" y="520"/>
                    <a:pt x="203" y="477"/>
                  </a:cubicBezTo>
                  <a:cubicBezTo>
                    <a:pt x="203" y="434"/>
                    <a:pt x="168" y="398"/>
                    <a:pt x="125" y="398"/>
                  </a:cubicBezTo>
                  <a:cubicBezTo>
                    <a:pt x="111" y="398"/>
                    <a:pt x="98" y="402"/>
                    <a:pt x="87" y="408"/>
                  </a:cubicBezTo>
                  <a:cubicBezTo>
                    <a:pt x="61" y="374"/>
                    <a:pt x="47" y="333"/>
                    <a:pt x="47" y="290"/>
                  </a:cubicBezTo>
                  <a:cubicBezTo>
                    <a:pt x="47" y="207"/>
                    <a:pt x="101" y="134"/>
                    <a:pt x="178" y="108"/>
                  </a:cubicBezTo>
                  <a:cubicBezTo>
                    <a:pt x="190" y="137"/>
                    <a:pt x="218" y="158"/>
                    <a:pt x="251" y="158"/>
                  </a:cubicBezTo>
                  <a:cubicBezTo>
                    <a:pt x="295" y="158"/>
                    <a:pt x="330" y="122"/>
                    <a:pt x="330" y="79"/>
                  </a:cubicBezTo>
                  <a:cubicBezTo>
                    <a:pt x="330" y="35"/>
                    <a:pt x="295" y="0"/>
                    <a:pt x="251" y="0"/>
                  </a:cubicBezTo>
                  <a:close/>
                  <a:moveTo>
                    <a:pt x="157" y="477"/>
                  </a:moveTo>
                  <a:cubicBezTo>
                    <a:pt x="157" y="495"/>
                    <a:pt x="142" y="509"/>
                    <a:pt x="125" y="509"/>
                  </a:cubicBezTo>
                  <a:cubicBezTo>
                    <a:pt x="107" y="509"/>
                    <a:pt x="93" y="495"/>
                    <a:pt x="93" y="477"/>
                  </a:cubicBezTo>
                  <a:cubicBezTo>
                    <a:pt x="93" y="459"/>
                    <a:pt x="107" y="445"/>
                    <a:pt x="125" y="445"/>
                  </a:cubicBezTo>
                  <a:cubicBezTo>
                    <a:pt x="142" y="445"/>
                    <a:pt x="157" y="459"/>
                    <a:pt x="157" y="477"/>
                  </a:cubicBezTo>
                  <a:close/>
                  <a:moveTo>
                    <a:pt x="251" y="111"/>
                  </a:moveTo>
                  <a:cubicBezTo>
                    <a:pt x="234" y="111"/>
                    <a:pt x="219" y="97"/>
                    <a:pt x="219" y="79"/>
                  </a:cubicBezTo>
                  <a:cubicBezTo>
                    <a:pt x="219" y="79"/>
                    <a:pt x="219" y="79"/>
                    <a:pt x="219" y="79"/>
                  </a:cubicBezTo>
                  <a:cubicBezTo>
                    <a:pt x="219" y="61"/>
                    <a:pt x="234" y="47"/>
                    <a:pt x="251" y="47"/>
                  </a:cubicBezTo>
                  <a:cubicBezTo>
                    <a:pt x="269" y="47"/>
                    <a:pt x="283" y="61"/>
                    <a:pt x="283" y="79"/>
                  </a:cubicBezTo>
                  <a:cubicBezTo>
                    <a:pt x="283" y="96"/>
                    <a:pt x="269" y="111"/>
                    <a:pt x="251" y="1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Freeform 149">
              <a:extLst>
                <a:ext uri="{FF2B5EF4-FFF2-40B4-BE49-F238E27FC236}">
                  <a16:creationId xmlns:a16="http://schemas.microsoft.com/office/drawing/2014/main" id="{ABDD5A9C-BDEA-4F5A-A175-6483D3EC02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89363" y="5129492"/>
              <a:ext cx="420687" cy="826293"/>
            </a:xfrm>
            <a:custGeom>
              <a:avLst/>
              <a:gdLst>
                <a:gd name="T0" fmla="*/ 908 w 1030"/>
                <a:gd name="T1" fmla="*/ 616 h 2024"/>
                <a:gd name="T2" fmla="*/ 473 w 1030"/>
                <a:gd name="T3" fmla="*/ 117 h 2024"/>
                <a:gd name="T4" fmla="*/ 99 w 1030"/>
                <a:gd name="T5" fmla="*/ 46 h 2024"/>
                <a:gd name="T6" fmla="*/ 35 w 1030"/>
                <a:gd name="T7" fmla="*/ 124 h 2024"/>
                <a:gd name="T8" fmla="*/ 271 w 1030"/>
                <a:gd name="T9" fmla="*/ 2024 h 2024"/>
                <a:gd name="T10" fmla="*/ 763 w 1030"/>
                <a:gd name="T11" fmla="*/ 1738 h 2024"/>
                <a:gd name="T12" fmla="*/ 1030 w 1030"/>
                <a:gd name="T13" fmla="*/ 1221 h 2024"/>
                <a:gd name="T14" fmla="*/ 785 w 1030"/>
                <a:gd name="T15" fmla="*/ 1525 h 2024"/>
                <a:gd name="T16" fmla="*/ 653 w 1030"/>
                <a:gd name="T17" fmla="*/ 1783 h 2024"/>
                <a:gd name="T18" fmla="*/ 405 w 1030"/>
                <a:gd name="T19" fmla="*/ 1564 h 2024"/>
                <a:gd name="T20" fmla="*/ 203 w 1030"/>
                <a:gd name="T21" fmla="*/ 1255 h 2024"/>
                <a:gd name="T22" fmla="*/ 274 w 1030"/>
                <a:gd name="T23" fmla="*/ 1367 h 2024"/>
                <a:gd name="T24" fmla="*/ 286 w 1030"/>
                <a:gd name="T25" fmla="*/ 1544 h 2024"/>
                <a:gd name="T26" fmla="*/ 211 w 1030"/>
                <a:gd name="T27" fmla="*/ 1646 h 2024"/>
                <a:gd name="T28" fmla="*/ 499 w 1030"/>
                <a:gd name="T29" fmla="*/ 1847 h 2024"/>
                <a:gd name="T30" fmla="*/ 46 w 1030"/>
                <a:gd name="T31" fmla="*/ 282 h 2024"/>
                <a:gd name="T32" fmla="*/ 126 w 1030"/>
                <a:gd name="T33" fmla="*/ 83 h 2024"/>
                <a:gd name="T34" fmla="*/ 384 w 1030"/>
                <a:gd name="T35" fmla="*/ 141 h 2024"/>
                <a:gd name="T36" fmla="*/ 393 w 1030"/>
                <a:gd name="T37" fmla="*/ 402 h 2024"/>
                <a:gd name="T38" fmla="*/ 549 w 1030"/>
                <a:gd name="T39" fmla="*/ 415 h 2024"/>
                <a:gd name="T40" fmla="*/ 383 w 1030"/>
                <a:gd name="T41" fmla="*/ 325 h 2024"/>
                <a:gd name="T42" fmla="*/ 473 w 1030"/>
                <a:gd name="T43" fmla="*/ 164 h 2024"/>
                <a:gd name="T44" fmla="*/ 548 w 1030"/>
                <a:gd name="T45" fmla="*/ 649 h 2024"/>
                <a:gd name="T46" fmla="*/ 854 w 1030"/>
                <a:gd name="T47" fmla="*/ 797 h 2024"/>
                <a:gd name="T48" fmla="*/ 595 w 1030"/>
                <a:gd name="T49" fmla="*/ 649 h 2024"/>
                <a:gd name="T50" fmla="*/ 932 w 1030"/>
                <a:gd name="T51" fmla="*/ 851 h 2024"/>
                <a:gd name="T52" fmla="*/ 536 w 1030"/>
                <a:gd name="T53" fmla="*/ 1081 h 2024"/>
                <a:gd name="T54" fmla="*/ 345 w 1030"/>
                <a:gd name="T55" fmla="*/ 1053 h 2024"/>
                <a:gd name="T56" fmla="*/ 424 w 1030"/>
                <a:gd name="T57" fmla="*/ 1131 h 2024"/>
                <a:gd name="T58" fmla="*/ 581 w 1030"/>
                <a:gd name="T59" fmla="*/ 1217 h 2024"/>
                <a:gd name="T60" fmla="*/ 669 w 1030"/>
                <a:gd name="T61" fmla="*/ 1295 h 2024"/>
                <a:gd name="T62" fmla="*/ 779 w 1030"/>
                <a:gd name="T63" fmla="*/ 977 h 2024"/>
                <a:gd name="T64" fmla="*/ 983 w 1030"/>
                <a:gd name="T65" fmla="*/ 1221 h 2024"/>
                <a:gd name="T66" fmla="*/ 203 w 1030"/>
                <a:gd name="T67" fmla="*/ 1366 h 2024"/>
                <a:gd name="T68" fmla="*/ 235 w 1030"/>
                <a:gd name="T69" fmla="*/ 1334 h 2024"/>
                <a:gd name="T70" fmla="*/ 179 w 1030"/>
                <a:gd name="T71" fmla="*/ 1567 h 2024"/>
                <a:gd name="T72" fmla="*/ 440 w 1030"/>
                <a:gd name="T73" fmla="*/ 404 h 2024"/>
                <a:gd name="T74" fmla="*/ 470 w 1030"/>
                <a:gd name="T75" fmla="*/ 383 h 2024"/>
                <a:gd name="T76" fmla="*/ 438 w 1030"/>
                <a:gd name="T77" fmla="*/ 415 h 2024"/>
                <a:gd name="T78" fmla="*/ 776 w 1030"/>
                <a:gd name="T79" fmla="*/ 765 h 2024"/>
                <a:gd name="T80" fmla="*/ 744 w 1030"/>
                <a:gd name="T81" fmla="*/ 797 h 2024"/>
                <a:gd name="T82" fmla="*/ 313 w 1030"/>
                <a:gd name="T83" fmla="*/ 1131 h 2024"/>
                <a:gd name="T84" fmla="*/ 591 w 1030"/>
                <a:gd name="T85" fmla="*/ 1263 h 2024"/>
                <a:gd name="T86" fmla="*/ 559 w 1030"/>
                <a:gd name="T87" fmla="*/ 1295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0" h="2024">
                  <a:moveTo>
                    <a:pt x="960" y="1004"/>
                  </a:moveTo>
                  <a:cubicBezTo>
                    <a:pt x="964" y="972"/>
                    <a:pt x="978" y="879"/>
                    <a:pt x="978" y="851"/>
                  </a:cubicBezTo>
                  <a:cubicBezTo>
                    <a:pt x="978" y="765"/>
                    <a:pt x="954" y="684"/>
                    <a:pt x="908" y="616"/>
                  </a:cubicBezTo>
                  <a:cubicBezTo>
                    <a:pt x="866" y="554"/>
                    <a:pt x="809" y="507"/>
                    <a:pt x="744" y="481"/>
                  </a:cubicBezTo>
                  <a:cubicBezTo>
                    <a:pt x="743" y="458"/>
                    <a:pt x="743" y="420"/>
                    <a:pt x="743" y="416"/>
                  </a:cubicBezTo>
                  <a:cubicBezTo>
                    <a:pt x="743" y="251"/>
                    <a:pt x="622" y="117"/>
                    <a:pt x="473" y="117"/>
                  </a:cubicBezTo>
                  <a:cubicBezTo>
                    <a:pt x="457" y="117"/>
                    <a:pt x="442" y="118"/>
                    <a:pt x="427" y="121"/>
                  </a:cubicBezTo>
                  <a:cubicBezTo>
                    <a:pt x="385" y="46"/>
                    <a:pt x="311" y="0"/>
                    <a:pt x="230" y="0"/>
                  </a:cubicBezTo>
                  <a:cubicBezTo>
                    <a:pt x="183" y="0"/>
                    <a:pt x="138" y="16"/>
                    <a:pt x="99" y="46"/>
                  </a:cubicBezTo>
                  <a:cubicBezTo>
                    <a:pt x="98" y="46"/>
                    <a:pt x="98" y="46"/>
                    <a:pt x="98" y="46"/>
                  </a:cubicBezTo>
                  <a:cubicBezTo>
                    <a:pt x="83" y="58"/>
                    <a:pt x="69" y="72"/>
                    <a:pt x="56" y="87"/>
                  </a:cubicBezTo>
                  <a:cubicBezTo>
                    <a:pt x="50" y="96"/>
                    <a:pt x="42" y="108"/>
                    <a:pt x="35" y="124"/>
                  </a:cubicBezTo>
                  <a:cubicBezTo>
                    <a:pt x="12" y="171"/>
                    <a:pt x="0" y="226"/>
                    <a:pt x="0" y="282"/>
                  </a:cubicBezTo>
                  <a:cubicBezTo>
                    <a:pt x="0" y="1724"/>
                    <a:pt x="0" y="1724"/>
                    <a:pt x="0" y="1724"/>
                  </a:cubicBezTo>
                  <a:cubicBezTo>
                    <a:pt x="0" y="1890"/>
                    <a:pt x="121" y="2024"/>
                    <a:pt x="271" y="2024"/>
                  </a:cubicBezTo>
                  <a:cubicBezTo>
                    <a:pt x="411" y="2024"/>
                    <a:pt x="508" y="1933"/>
                    <a:pt x="538" y="1875"/>
                  </a:cubicBezTo>
                  <a:cubicBezTo>
                    <a:pt x="588" y="1869"/>
                    <a:pt x="637" y="1851"/>
                    <a:pt x="679" y="1821"/>
                  </a:cubicBezTo>
                  <a:cubicBezTo>
                    <a:pt x="711" y="1799"/>
                    <a:pt x="740" y="1771"/>
                    <a:pt x="763" y="1738"/>
                  </a:cubicBezTo>
                  <a:cubicBezTo>
                    <a:pt x="766" y="1734"/>
                    <a:pt x="768" y="1731"/>
                    <a:pt x="770" y="1727"/>
                  </a:cubicBezTo>
                  <a:cubicBezTo>
                    <a:pt x="806" y="1673"/>
                    <a:pt x="827" y="1609"/>
                    <a:pt x="831" y="1541"/>
                  </a:cubicBezTo>
                  <a:cubicBezTo>
                    <a:pt x="951" y="1491"/>
                    <a:pt x="1030" y="1364"/>
                    <a:pt x="1030" y="1221"/>
                  </a:cubicBezTo>
                  <a:cubicBezTo>
                    <a:pt x="1030" y="1142"/>
                    <a:pt x="1005" y="1065"/>
                    <a:pt x="960" y="1004"/>
                  </a:cubicBezTo>
                  <a:close/>
                  <a:moveTo>
                    <a:pt x="800" y="1503"/>
                  </a:moveTo>
                  <a:cubicBezTo>
                    <a:pt x="791" y="1507"/>
                    <a:pt x="785" y="1515"/>
                    <a:pt x="785" y="1525"/>
                  </a:cubicBezTo>
                  <a:cubicBezTo>
                    <a:pt x="783" y="1589"/>
                    <a:pt x="765" y="1650"/>
                    <a:pt x="731" y="1702"/>
                  </a:cubicBezTo>
                  <a:cubicBezTo>
                    <a:pt x="729" y="1704"/>
                    <a:pt x="727" y="1707"/>
                    <a:pt x="725" y="1711"/>
                  </a:cubicBezTo>
                  <a:cubicBezTo>
                    <a:pt x="704" y="1740"/>
                    <a:pt x="680" y="1764"/>
                    <a:pt x="653" y="1783"/>
                  </a:cubicBezTo>
                  <a:cubicBezTo>
                    <a:pt x="621" y="1805"/>
                    <a:pt x="585" y="1820"/>
                    <a:pt x="548" y="1826"/>
                  </a:cubicBezTo>
                  <a:cubicBezTo>
                    <a:pt x="551" y="1780"/>
                    <a:pt x="548" y="1690"/>
                    <a:pt x="490" y="1623"/>
                  </a:cubicBezTo>
                  <a:cubicBezTo>
                    <a:pt x="467" y="1597"/>
                    <a:pt x="439" y="1578"/>
                    <a:pt x="405" y="1564"/>
                  </a:cubicBezTo>
                  <a:cubicBezTo>
                    <a:pt x="416" y="1490"/>
                    <a:pt x="405" y="1429"/>
                    <a:pt x="372" y="1384"/>
                  </a:cubicBezTo>
                  <a:cubicBezTo>
                    <a:pt x="342" y="1344"/>
                    <a:pt x="303" y="1327"/>
                    <a:pt x="280" y="1320"/>
                  </a:cubicBezTo>
                  <a:cubicBezTo>
                    <a:pt x="274" y="1283"/>
                    <a:pt x="242" y="1255"/>
                    <a:pt x="203" y="1255"/>
                  </a:cubicBezTo>
                  <a:cubicBezTo>
                    <a:pt x="159" y="1255"/>
                    <a:pt x="124" y="1291"/>
                    <a:pt x="124" y="1334"/>
                  </a:cubicBezTo>
                  <a:cubicBezTo>
                    <a:pt x="124" y="1377"/>
                    <a:pt x="159" y="1413"/>
                    <a:pt x="203" y="1413"/>
                  </a:cubicBezTo>
                  <a:cubicBezTo>
                    <a:pt x="234" y="1413"/>
                    <a:pt x="261" y="1394"/>
                    <a:pt x="274" y="1367"/>
                  </a:cubicBezTo>
                  <a:cubicBezTo>
                    <a:pt x="291" y="1374"/>
                    <a:pt x="316" y="1386"/>
                    <a:pt x="334" y="1412"/>
                  </a:cubicBezTo>
                  <a:cubicBezTo>
                    <a:pt x="359" y="1446"/>
                    <a:pt x="367" y="1492"/>
                    <a:pt x="360" y="1551"/>
                  </a:cubicBezTo>
                  <a:cubicBezTo>
                    <a:pt x="337" y="1546"/>
                    <a:pt x="312" y="1544"/>
                    <a:pt x="286" y="1544"/>
                  </a:cubicBezTo>
                  <a:cubicBezTo>
                    <a:pt x="276" y="1512"/>
                    <a:pt x="246" y="1488"/>
                    <a:pt x="211" y="1488"/>
                  </a:cubicBezTo>
                  <a:cubicBezTo>
                    <a:pt x="167" y="1488"/>
                    <a:pt x="132" y="1524"/>
                    <a:pt x="132" y="1567"/>
                  </a:cubicBezTo>
                  <a:cubicBezTo>
                    <a:pt x="132" y="1610"/>
                    <a:pt x="167" y="1646"/>
                    <a:pt x="211" y="1646"/>
                  </a:cubicBezTo>
                  <a:cubicBezTo>
                    <a:pt x="246" y="1646"/>
                    <a:pt x="276" y="1622"/>
                    <a:pt x="286" y="1590"/>
                  </a:cubicBezTo>
                  <a:cubicBezTo>
                    <a:pt x="361" y="1591"/>
                    <a:pt x="418" y="1612"/>
                    <a:pt x="454" y="1653"/>
                  </a:cubicBezTo>
                  <a:cubicBezTo>
                    <a:pt x="515" y="1723"/>
                    <a:pt x="502" y="1831"/>
                    <a:pt x="499" y="1847"/>
                  </a:cubicBezTo>
                  <a:cubicBezTo>
                    <a:pt x="488" y="1878"/>
                    <a:pt x="409" y="1977"/>
                    <a:pt x="271" y="1977"/>
                  </a:cubicBezTo>
                  <a:cubicBezTo>
                    <a:pt x="147" y="1977"/>
                    <a:pt x="46" y="1864"/>
                    <a:pt x="46" y="1724"/>
                  </a:cubicBezTo>
                  <a:cubicBezTo>
                    <a:pt x="46" y="282"/>
                    <a:pt x="46" y="282"/>
                    <a:pt x="46" y="282"/>
                  </a:cubicBezTo>
                  <a:cubicBezTo>
                    <a:pt x="46" y="233"/>
                    <a:pt x="57" y="185"/>
                    <a:pt x="77" y="144"/>
                  </a:cubicBezTo>
                  <a:cubicBezTo>
                    <a:pt x="84" y="129"/>
                    <a:pt x="90" y="120"/>
                    <a:pt x="93" y="116"/>
                  </a:cubicBezTo>
                  <a:cubicBezTo>
                    <a:pt x="103" y="104"/>
                    <a:pt x="114" y="93"/>
                    <a:pt x="126" y="83"/>
                  </a:cubicBezTo>
                  <a:cubicBezTo>
                    <a:pt x="126" y="83"/>
                    <a:pt x="127" y="83"/>
                    <a:pt x="127" y="83"/>
                  </a:cubicBezTo>
                  <a:cubicBezTo>
                    <a:pt x="158" y="59"/>
                    <a:pt x="193" y="47"/>
                    <a:pt x="230" y="47"/>
                  </a:cubicBezTo>
                  <a:cubicBezTo>
                    <a:pt x="293" y="47"/>
                    <a:pt x="350" y="82"/>
                    <a:pt x="384" y="141"/>
                  </a:cubicBezTo>
                  <a:cubicBezTo>
                    <a:pt x="357" y="162"/>
                    <a:pt x="337" y="191"/>
                    <a:pt x="328" y="224"/>
                  </a:cubicBezTo>
                  <a:cubicBezTo>
                    <a:pt x="316" y="266"/>
                    <a:pt x="321" y="310"/>
                    <a:pt x="342" y="347"/>
                  </a:cubicBezTo>
                  <a:cubicBezTo>
                    <a:pt x="355" y="370"/>
                    <a:pt x="372" y="388"/>
                    <a:pt x="393" y="402"/>
                  </a:cubicBezTo>
                  <a:cubicBezTo>
                    <a:pt x="392" y="407"/>
                    <a:pt x="391" y="411"/>
                    <a:pt x="391" y="415"/>
                  </a:cubicBezTo>
                  <a:cubicBezTo>
                    <a:pt x="391" y="459"/>
                    <a:pt x="427" y="494"/>
                    <a:pt x="470" y="494"/>
                  </a:cubicBezTo>
                  <a:cubicBezTo>
                    <a:pt x="513" y="494"/>
                    <a:pt x="549" y="459"/>
                    <a:pt x="549" y="415"/>
                  </a:cubicBezTo>
                  <a:cubicBezTo>
                    <a:pt x="549" y="372"/>
                    <a:pt x="513" y="337"/>
                    <a:pt x="470" y="337"/>
                  </a:cubicBezTo>
                  <a:cubicBezTo>
                    <a:pt x="448" y="337"/>
                    <a:pt x="428" y="346"/>
                    <a:pt x="414" y="360"/>
                  </a:cubicBezTo>
                  <a:cubicBezTo>
                    <a:pt x="401" y="351"/>
                    <a:pt x="391" y="339"/>
                    <a:pt x="383" y="325"/>
                  </a:cubicBezTo>
                  <a:cubicBezTo>
                    <a:pt x="368" y="298"/>
                    <a:pt x="364" y="267"/>
                    <a:pt x="373" y="237"/>
                  </a:cubicBezTo>
                  <a:cubicBezTo>
                    <a:pt x="381" y="209"/>
                    <a:pt x="399" y="185"/>
                    <a:pt x="424" y="170"/>
                  </a:cubicBezTo>
                  <a:cubicBezTo>
                    <a:pt x="440" y="166"/>
                    <a:pt x="456" y="164"/>
                    <a:pt x="473" y="164"/>
                  </a:cubicBezTo>
                  <a:cubicBezTo>
                    <a:pt x="596" y="164"/>
                    <a:pt x="696" y="277"/>
                    <a:pt x="696" y="416"/>
                  </a:cubicBezTo>
                  <a:cubicBezTo>
                    <a:pt x="696" y="420"/>
                    <a:pt x="697" y="455"/>
                    <a:pt x="697" y="478"/>
                  </a:cubicBezTo>
                  <a:cubicBezTo>
                    <a:pt x="613" y="490"/>
                    <a:pt x="548" y="562"/>
                    <a:pt x="548" y="649"/>
                  </a:cubicBezTo>
                  <a:cubicBezTo>
                    <a:pt x="548" y="737"/>
                    <a:pt x="615" y="810"/>
                    <a:pt x="700" y="820"/>
                  </a:cubicBezTo>
                  <a:cubicBezTo>
                    <a:pt x="710" y="852"/>
                    <a:pt x="740" y="876"/>
                    <a:pt x="776" y="876"/>
                  </a:cubicBezTo>
                  <a:cubicBezTo>
                    <a:pt x="819" y="876"/>
                    <a:pt x="854" y="841"/>
                    <a:pt x="854" y="797"/>
                  </a:cubicBezTo>
                  <a:cubicBezTo>
                    <a:pt x="854" y="754"/>
                    <a:pt x="819" y="719"/>
                    <a:pt x="776" y="719"/>
                  </a:cubicBezTo>
                  <a:cubicBezTo>
                    <a:pt x="741" y="719"/>
                    <a:pt x="712" y="741"/>
                    <a:pt x="701" y="773"/>
                  </a:cubicBezTo>
                  <a:cubicBezTo>
                    <a:pt x="641" y="763"/>
                    <a:pt x="595" y="711"/>
                    <a:pt x="595" y="649"/>
                  </a:cubicBezTo>
                  <a:cubicBezTo>
                    <a:pt x="595" y="579"/>
                    <a:pt x="651" y="523"/>
                    <a:pt x="720" y="523"/>
                  </a:cubicBezTo>
                  <a:cubicBezTo>
                    <a:pt x="722" y="523"/>
                    <a:pt x="723" y="523"/>
                    <a:pt x="724" y="523"/>
                  </a:cubicBezTo>
                  <a:cubicBezTo>
                    <a:pt x="848" y="571"/>
                    <a:pt x="932" y="701"/>
                    <a:pt x="932" y="851"/>
                  </a:cubicBezTo>
                  <a:cubicBezTo>
                    <a:pt x="932" y="869"/>
                    <a:pt x="924" y="925"/>
                    <a:pt x="918" y="968"/>
                  </a:cubicBezTo>
                  <a:cubicBezTo>
                    <a:pt x="876" y="943"/>
                    <a:pt x="828" y="930"/>
                    <a:pt x="779" y="930"/>
                  </a:cubicBezTo>
                  <a:cubicBezTo>
                    <a:pt x="676" y="930"/>
                    <a:pt x="582" y="989"/>
                    <a:pt x="536" y="1081"/>
                  </a:cubicBezTo>
                  <a:cubicBezTo>
                    <a:pt x="520" y="1073"/>
                    <a:pt x="501" y="1067"/>
                    <a:pt x="482" y="1065"/>
                  </a:cubicBezTo>
                  <a:cubicBezTo>
                    <a:pt x="454" y="1063"/>
                    <a:pt x="427" y="1067"/>
                    <a:pt x="402" y="1077"/>
                  </a:cubicBezTo>
                  <a:cubicBezTo>
                    <a:pt x="388" y="1062"/>
                    <a:pt x="367" y="1053"/>
                    <a:pt x="345" y="1053"/>
                  </a:cubicBezTo>
                  <a:cubicBezTo>
                    <a:pt x="302" y="1053"/>
                    <a:pt x="266" y="1088"/>
                    <a:pt x="266" y="1131"/>
                  </a:cubicBezTo>
                  <a:cubicBezTo>
                    <a:pt x="266" y="1175"/>
                    <a:pt x="302" y="1210"/>
                    <a:pt x="345" y="1210"/>
                  </a:cubicBezTo>
                  <a:cubicBezTo>
                    <a:pt x="388" y="1210"/>
                    <a:pt x="424" y="1175"/>
                    <a:pt x="424" y="1131"/>
                  </a:cubicBezTo>
                  <a:cubicBezTo>
                    <a:pt x="424" y="1127"/>
                    <a:pt x="423" y="1123"/>
                    <a:pt x="423" y="1120"/>
                  </a:cubicBezTo>
                  <a:cubicBezTo>
                    <a:pt x="440" y="1113"/>
                    <a:pt x="458" y="1110"/>
                    <a:pt x="477" y="1112"/>
                  </a:cubicBezTo>
                  <a:cubicBezTo>
                    <a:pt x="533" y="1117"/>
                    <a:pt x="576" y="1163"/>
                    <a:pt x="581" y="1217"/>
                  </a:cubicBezTo>
                  <a:cubicBezTo>
                    <a:pt x="542" y="1222"/>
                    <a:pt x="512" y="1255"/>
                    <a:pt x="512" y="1295"/>
                  </a:cubicBezTo>
                  <a:cubicBezTo>
                    <a:pt x="512" y="1339"/>
                    <a:pt x="547" y="1374"/>
                    <a:pt x="591" y="1374"/>
                  </a:cubicBezTo>
                  <a:cubicBezTo>
                    <a:pt x="634" y="1374"/>
                    <a:pt x="669" y="1339"/>
                    <a:pt x="669" y="1295"/>
                  </a:cubicBezTo>
                  <a:cubicBezTo>
                    <a:pt x="669" y="1265"/>
                    <a:pt x="652" y="1239"/>
                    <a:pt x="628" y="1226"/>
                  </a:cubicBezTo>
                  <a:cubicBezTo>
                    <a:pt x="628" y="1180"/>
                    <a:pt x="608" y="1137"/>
                    <a:pt x="575" y="1107"/>
                  </a:cubicBezTo>
                  <a:cubicBezTo>
                    <a:pt x="612" y="1028"/>
                    <a:pt x="691" y="977"/>
                    <a:pt x="779" y="977"/>
                  </a:cubicBezTo>
                  <a:cubicBezTo>
                    <a:pt x="828" y="977"/>
                    <a:pt x="877" y="993"/>
                    <a:pt x="916" y="1023"/>
                  </a:cubicBezTo>
                  <a:cubicBezTo>
                    <a:pt x="916" y="1024"/>
                    <a:pt x="916" y="1024"/>
                    <a:pt x="917" y="1024"/>
                  </a:cubicBezTo>
                  <a:cubicBezTo>
                    <a:pt x="960" y="1079"/>
                    <a:pt x="983" y="1149"/>
                    <a:pt x="983" y="1221"/>
                  </a:cubicBezTo>
                  <a:cubicBezTo>
                    <a:pt x="983" y="1350"/>
                    <a:pt x="910" y="1464"/>
                    <a:pt x="800" y="1503"/>
                  </a:cubicBezTo>
                  <a:close/>
                  <a:moveTo>
                    <a:pt x="235" y="1334"/>
                  </a:moveTo>
                  <a:cubicBezTo>
                    <a:pt x="235" y="1352"/>
                    <a:pt x="220" y="1366"/>
                    <a:pt x="203" y="1366"/>
                  </a:cubicBezTo>
                  <a:cubicBezTo>
                    <a:pt x="185" y="1366"/>
                    <a:pt x="171" y="1352"/>
                    <a:pt x="171" y="1334"/>
                  </a:cubicBezTo>
                  <a:cubicBezTo>
                    <a:pt x="171" y="1316"/>
                    <a:pt x="185" y="1302"/>
                    <a:pt x="203" y="1302"/>
                  </a:cubicBezTo>
                  <a:cubicBezTo>
                    <a:pt x="220" y="1302"/>
                    <a:pt x="235" y="1316"/>
                    <a:pt x="235" y="1334"/>
                  </a:cubicBezTo>
                  <a:close/>
                  <a:moveTo>
                    <a:pt x="243" y="1567"/>
                  </a:moveTo>
                  <a:cubicBezTo>
                    <a:pt x="243" y="1585"/>
                    <a:pt x="228" y="1599"/>
                    <a:pt x="211" y="1599"/>
                  </a:cubicBezTo>
                  <a:cubicBezTo>
                    <a:pt x="193" y="1599"/>
                    <a:pt x="179" y="1585"/>
                    <a:pt x="179" y="1567"/>
                  </a:cubicBezTo>
                  <a:cubicBezTo>
                    <a:pt x="179" y="1549"/>
                    <a:pt x="193" y="1535"/>
                    <a:pt x="211" y="1535"/>
                  </a:cubicBezTo>
                  <a:cubicBezTo>
                    <a:pt x="228" y="1535"/>
                    <a:pt x="243" y="1549"/>
                    <a:pt x="243" y="1567"/>
                  </a:cubicBezTo>
                  <a:close/>
                  <a:moveTo>
                    <a:pt x="440" y="404"/>
                  </a:moveTo>
                  <a:cubicBezTo>
                    <a:pt x="441" y="403"/>
                    <a:pt x="441" y="403"/>
                    <a:pt x="441" y="402"/>
                  </a:cubicBezTo>
                  <a:cubicBezTo>
                    <a:pt x="442" y="402"/>
                    <a:pt x="442" y="401"/>
                    <a:pt x="442" y="400"/>
                  </a:cubicBezTo>
                  <a:cubicBezTo>
                    <a:pt x="448" y="390"/>
                    <a:pt x="458" y="383"/>
                    <a:pt x="470" y="383"/>
                  </a:cubicBezTo>
                  <a:cubicBezTo>
                    <a:pt x="488" y="383"/>
                    <a:pt x="502" y="398"/>
                    <a:pt x="502" y="415"/>
                  </a:cubicBezTo>
                  <a:cubicBezTo>
                    <a:pt x="502" y="433"/>
                    <a:pt x="488" y="447"/>
                    <a:pt x="470" y="447"/>
                  </a:cubicBezTo>
                  <a:cubicBezTo>
                    <a:pt x="452" y="447"/>
                    <a:pt x="438" y="433"/>
                    <a:pt x="438" y="415"/>
                  </a:cubicBezTo>
                  <a:cubicBezTo>
                    <a:pt x="438" y="411"/>
                    <a:pt x="439" y="407"/>
                    <a:pt x="440" y="404"/>
                  </a:cubicBezTo>
                  <a:close/>
                  <a:moveTo>
                    <a:pt x="744" y="797"/>
                  </a:moveTo>
                  <a:cubicBezTo>
                    <a:pt x="744" y="780"/>
                    <a:pt x="758" y="765"/>
                    <a:pt x="776" y="765"/>
                  </a:cubicBezTo>
                  <a:cubicBezTo>
                    <a:pt x="793" y="765"/>
                    <a:pt x="808" y="780"/>
                    <a:pt x="808" y="797"/>
                  </a:cubicBezTo>
                  <a:cubicBezTo>
                    <a:pt x="808" y="815"/>
                    <a:pt x="793" y="829"/>
                    <a:pt x="776" y="829"/>
                  </a:cubicBezTo>
                  <a:cubicBezTo>
                    <a:pt x="758" y="829"/>
                    <a:pt x="744" y="815"/>
                    <a:pt x="744" y="797"/>
                  </a:cubicBezTo>
                  <a:close/>
                  <a:moveTo>
                    <a:pt x="377" y="1131"/>
                  </a:moveTo>
                  <a:cubicBezTo>
                    <a:pt x="377" y="1149"/>
                    <a:pt x="363" y="1163"/>
                    <a:pt x="345" y="1163"/>
                  </a:cubicBezTo>
                  <a:cubicBezTo>
                    <a:pt x="327" y="1163"/>
                    <a:pt x="313" y="1149"/>
                    <a:pt x="313" y="1131"/>
                  </a:cubicBezTo>
                  <a:cubicBezTo>
                    <a:pt x="313" y="1114"/>
                    <a:pt x="327" y="1099"/>
                    <a:pt x="345" y="1099"/>
                  </a:cubicBezTo>
                  <a:cubicBezTo>
                    <a:pt x="363" y="1099"/>
                    <a:pt x="377" y="1114"/>
                    <a:pt x="377" y="1131"/>
                  </a:cubicBezTo>
                  <a:close/>
                  <a:moveTo>
                    <a:pt x="591" y="1263"/>
                  </a:moveTo>
                  <a:cubicBezTo>
                    <a:pt x="608" y="1263"/>
                    <a:pt x="623" y="1278"/>
                    <a:pt x="623" y="1295"/>
                  </a:cubicBezTo>
                  <a:cubicBezTo>
                    <a:pt x="623" y="1313"/>
                    <a:pt x="608" y="1327"/>
                    <a:pt x="591" y="1327"/>
                  </a:cubicBezTo>
                  <a:cubicBezTo>
                    <a:pt x="573" y="1327"/>
                    <a:pt x="559" y="1313"/>
                    <a:pt x="559" y="1295"/>
                  </a:cubicBezTo>
                  <a:cubicBezTo>
                    <a:pt x="559" y="1278"/>
                    <a:pt x="573" y="1263"/>
                    <a:pt x="591" y="126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Freeform 150">
              <a:extLst>
                <a:ext uri="{FF2B5EF4-FFF2-40B4-BE49-F238E27FC236}">
                  <a16:creationId xmlns:a16="http://schemas.microsoft.com/office/drawing/2014/main" id="{BF6B9250-F020-434C-8324-C0312D7B55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419129" y="5301339"/>
              <a:ext cx="134541" cy="227012"/>
            </a:xfrm>
            <a:custGeom>
              <a:avLst/>
              <a:gdLst>
                <a:gd name="T0" fmla="*/ 284 w 330"/>
                <a:gd name="T1" fmla="*/ 477 h 556"/>
                <a:gd name="T2" fmla="*/ 276 w 330"/>
                <a:gd name="T3" fmla="*/ 442 h 556"/>
                <a:gd name="T4" fmla="*/ 330 w 330"/>
                <a:gd name="T5" fmla="*/ 290 h 556"/>
                <a:gd name="T6" fmla="*/ 155 w 330"/>
                <a:gd name="T7" fmla="*/ 60 h 556"/>
                <a:gd name="T8" fmla="*/ 79 w 330"/>
                <a:gd name="T9" fmla="*/ 0 h 556"/>
                <a:gd name="T10" fmla="*/ 0 w 330"/>
                <a:gd name="T11" fmla="*/ 79 h 556"/>
                <a:gd name="T12" fmla="*/ 79 w 330"/>
                <a:gd name="T13" fmla="*/ 158 h 556"/>
                <a:gd name="T14" fmla="*/ 152 w 330"/>
                <a:gd name="T15" fmla="*/ 108 h 556"/>
                <a:gd name="T16" fmla="*/ 283 w 330"/>
                <a:gd name="T17" fmla="*/ 290 h 556"/>
                <a:gd name="T18" fmla="*/ 243 w 330"/>
                <a:gd name="T19" fmla="*/ 408 h 556"/>
                <a:gd name="T20" fmla="*/ 205 w 330"/>
                <a:gd name="T21" fmla="*/ 398 h 556"/>
                <a:gd name="T22" fmla="*/ 127 w 330"/>
                <a:gd name="T23" fmla="*/ 477 h 556"/>
                <a:gd name="T24" fmla="*/ 205 w 330"/>
                <a:gd name="T25" fmla="*/ 556 h 556"/>
                <a:gd name="T26" fmla="*/ 284 w 330"/>
                <a:gd name="T27" fmla="*/ 477 h 556"/>
                <a:gd name="T28" fmla="*/ 79 w 330"/>
                <a:gd name="T29" fmla="*/ 111 h 556"/>
                <a:gd name="T30" fmla="*/ 47 w 330"/>
                <a:gd name="T31" fmla="*/ 79 h 556"/>
                <a:gd name="T32" fmla="*/ 79 w 330"/>
                <a:gd name="T33" fmla="*/ 47 h 556"/>
                <a:gd name="T34" fmla="*/ 111 w 330"/>
                <a:gd name="T35" fmla="*/ 79 h 556"/>
                <a:gd name="T36" fmla="*/ 111 w 330"/>
                <a:gd name="T37" fmla="*/ 79 h 556"/>
                <a:gd name="T38" fmla="*/ 79 w 330"/>
                <a:gd name="T39" fmla="*/ 111 h 556"/>
                <a:gd name="T40" fmla="*/ 173 w 330"/>
                <a:gd name="T41" fmla="*/ 477 h 556"/>
                <a:gd name="T42" fmla="*/ 205 w 330"/>
                <a:gd name="T43" fmla="*/ 445 h 556"/>
                <a:gd name="T44" fmla="*/ 237 w 330"/>
                <a:gd name="T45" fmla="*/ 477 h 556"/>
                <a:gd name="T46" fmla="*/ 205 w 330"/>
                <a:gd name="T47" fmla="*/ 509 h 556"/>
                <a:gd name="T48" fmla="*/ 173 w 330"/>
                <a:gd name="T49" fmla="*/ 477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30" h="556">
                  <a:moveTo>
                    <a:pt x="284" y="477"/>
                  </a:moveTo>
                  <a:cubicBezTo>
                    <a:pt x="284" y="464"/>
                    <a:pt x="281" y="452"/>
                    <a:pt x="276" y="442"/>
                  </a:cubicBezTo>
                  <a:cubicBezTo>
                    <a:pt x="311" y="399"/>
                    <a:pt x="330" y="346"/>
                    <a:pt x="330" y="290"/>
                  </a:cubicBezTo>
                  <a:cubicBezTo>
                    <a:pt x="330" y="183"/>
                    <a:pt x="257" y="89"/>
                    <a:pt x="155" y="60"/>
                  </a:cubicBezTo>
                  <a:cubicBezTo>
                    <a:pt x="147" y="26"/>
                    <a:pt x="116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2"/>
                    <a:pt x="35" y="158"/>
                    <a:pt x="79" y="158"/>
                  </a:cubicBezTo>
                  <a:cubicBezTo>
                    <a:pt x="112" y="158"/>
                    <a:pt x="140" y="137"/>
                    <a:pt x="152" y="108"/>
                  </a:cubicBezTo>
                  <a:cubicBezTo>
                    <a:pt x="229" y="134"/>
                    <a:pt x="283" y="207"/>
                    <a:pt x="283" y="290"/>
                  </a:cubicBezTo>
                  <a:cubicBezTo>
                    <a:pt x="283" y="333"/>
                    <a:pt x="269" y="374"/>
                    <a:pt x="243" y="408"/>
                  </a:cubicBezTo>
                  <a:cubicBezTo>
                    <a:pt x="232" y="402"/>
                    <a:pt x="219" y="398"/>
                    <a:pt x="205" y="398"/>
                  </a:cubicBezTo>
                  <a:cubicBezTo>
                    <a:pt x="162" y="398"/>
                    <a:pt x="127" y="434"/>
                    <a:pt x="127" y="477"/>
                  </a:cubicBezTo>
                  <a:cubicBezTo>
                    <a:pt x="127" y="520"/>
                    <a:pt x="162" y="556"/>
                    <a:pt x="205" y="556"/>
                  </a:cubicBezTo>
                  <a:cubicBezTo>
                    <a:pt x="249" y="556"/>
                    <a:pt x="284" y="520"/>
                    <a:pt x="284" y="477"/>
                  </a:cubicBezTo>
                  <a:close/>
                  <a:moveTo>
                    <a:pt x="79" y="111"/>
                  </a:moveTo>
                  <a:cubicBezTo>
                    <a:pt x="61" y="111"/>
                    <a:pt x="47" y="96"/>
                    <a:pt x="47" y="79"/>
                  </a:cubicBezTo>
                  <a:cubicBezTo>
                    <a:pt x="47" y="61"/>
                    <a:pt x="61" y="47"/>
                    <a:pt x="79" y="47"/>
                  </a:cubicBezTo>
                  <a:cubicBezTo>
                    <a:pt x="96" y="47"/>
                    <a:pt x="111" y="61"/>
                    <a:pt x="111" y="79"/>
                  </a:cubicBezTo>
                  <a:cubicBezTo>
                    <a:pt x="111" y="79"/>
                    <a:pt x="111" y="79"/>
                    <a:pt x="111" y="79"/>
                  </a:cubicBezTo>
                  <a:cubicBezTo>
                    <a:pt x="111" y="96"/>
                    <a:pt x="96" y="111"/>
                    <a:pt x="79" y="111"/>
                  </a:cubicBezTo>
                  <a:close/>
                  <a:moveTo>
                    <a:pt x="173" y="477"/>
                  </a:moveTo>
                  <a:cubicBezTo>
                    <a:pt x="173" y="459"/>
                    <a:pt x="188" y="445"/>
                    <a:pt x="205" y="445"/>
                  </a:cubicBezTo>
                  <a:cubicBezTo>
                    <a:pt x="223" y="445"/>
                    <a:pt x="237" y="459"/>
                    <a:pt x="237" y="477"/>
                  </a:cubicBezTo>
                  <a:cubicBezTo>
                    <a:pt x="237" y="495"/>
                    <a:pt x="223" y="509"/>
                    <a:pt x="205" y="509"/>
                  </a:cubicBezTo>
                  <a:cubicBezTo>
                    <a:pt x="188" y="509"/>
                    <a:pt x="173" y="495"/>
                    <a:pt x="173" y="47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Freeform 151">
              <a:extLst>
                <a:ext uri="{FF2B5EF4-FFF2-40B4-BE49-F238E27FC236}">
                  <a16:creationId xmlns:a16="http://schemas.microsoft.com/office/drawing/2014/main" id="{76D049A8-DAC1-4258-85F7-DEA240D86B4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0558" y="4940183"/>
              <a:ext cx="1204912" cy="1204912"/>
            </a:xfrm>
            <a:custGeom>
              <a:avLst/>
              <a:gdLst>
                <a:gd name="T0" fmla="*/ 1476 w 2952"/>
                <a:gd name="T1" fmla="*/ 2952 h 2952"/>
                <a:gd name="T2" fmla="*/ 902 w 2952"/>
                <a:gd name="T3" fmla="*/ 2836 h 2952"/>
                <a:gd name="T4" fmla="*/ 433 w 2952"/>
                <a:gd name="T5" fmla="*/ 2519 h 2952"/>
                <a:gd name="T6" fmla="*/ 116 w 2952"/>
                <a:gd name="T7" fmla="*/ 2050 h 2952"/>
                <a:gd name="T8" fmla="*/ 0 w 2952"/>
                <a:gd name="T9" fmla="*/ 1476 h 2952"/>
                <a:gd name="T10" fmla="*/ 116 w 2952"/>
                <a:gd name="T11" fmla="*/ 902 h 2952"/>
                <a:gd name="T12" fmla="*/ 433 w 2952"/>
                <a:gd name="T13" fmla="*/ 433 h 2952"/>
                <a:gd name="T14" fmla="*/ 902 w 2952"/>
                <a:gd name="T15" fmla="*/ 116 h 2952"/>
                <a:gd name="T16" fmla="*/ 1476 w 2952"/>
                <a:gd name="T17" fmla="*/ 0 h 2952"/>
                <a:gd name="T18" fmla="*/ 2050 w 2952"/>
                <a:gd name="T19" fmla="*/ 116 h 2952"/>
                <a:gd name="T20" fmla="*/ 2519 w 2952"/>
                <a:gd name="T21" fmla="*/ 433 h 2952"/>
                <a:gd name="T22" fmla="*/ 2836 w 2952"/>
                <a:gd name="T23" fmla="*/ 902 h 2952"/>
                <a:gd name="T24" fmla="*/ 2952 w 2952"/>
                <a:gd name="T25" fmla="*/ 1476 h 2952"/>
                <a:gd name="T26" fmla="*/ 2836 w 2952"/>
                <a:gd name="T27" fmla="*/ 2050 h 2952"/>
                <a:gd name="T28" fmla="*/ 2519 w 2952"/>
                <a:gd name="T29" fmla="*/ 2519 h 2952"/>
                <a:gd name="T30" fmla="*/ 2050 w 2952"/>
                <a:gd name="T31" fmla="*/ 2836 h 2952"/>
                <a:gd name="T32" fmla="*/ 1476 w 2952"/>
                <a:gd name="T33" fmla="*/ 2952 h 2952"/>
                <a:gd name="T34" fmla="*/ 1476 w 2952"/>
                <a:gd name="T35" fmla="*/ 48 h 2952"/>
                <a:gd name="T36" fmla="*/ 48 w 2952"/>
                <a:gd name="T37" fmla="*/ 1476 h 2952"/>
                <a:gd name="T38" fmla="*/ 1476 w 2952"/>
                <a:gd name="T39" fmla="*/ 2904 h 2952"/>
                <a:gd name="T40" fmla="*/ 2904 w 2952"/>
                <a:gd name="T41" fmla="*/ 1476 h 2952"/>
                <a:gd name="T42" fmla="*/ 1476 w 2952"/>
                <a:gd name="T43" fmla="*/ 48 h 2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952" h="2952">
                  <a:moveTo>
                    <a:pt x="1476" y="2952"/>
                  </a:moveTo>
                  <a:cubicBezTo>
                    <a:pt x="1277" y="2952"/>
                    <a:pt x="1084" y="2913"/>
                    <a:pt x="902" y="2836"/>
                  </a:cubicBezTo>
                  <a:cubicBezTo>
                    <a:pt x="726" y="2761"/>
                    <a:pt x="568" y="2655"/>
                    <a:pt x="433" y="2519"/>
                  </a:cubicBezTo>
                  <a:cubicBezTo>
                    <a:pt x="297" y="2384"/>
                    <a:pt x="191" y="2226"/>
                    <a:pt x="116" y="2050"/>
                  </a:cubicBezTo>
                  <a:cubicBezTo>
                    <a:pt x="39" y="1868"/>
                    <a:pt x="0" y="1675"/>
                    <a:pt x="0" y="1476"/>
                  </a:cubicBezTo>
                  <a:cubicBezTo>
                    <a:pt x="0" y="1277"/>
                    <a:pt x="39" y="1084"/>
                    <a:pt x="116" y="902"/>
                  </a:cubicBezTo>
                  <a:cubicBezTo>
                    <a:pt x="191" y="726"/>
                    <a:pt x="297" y="568"/>
                    <a:pt x="433" y="433"/>
                  </a:cubicBezTo>
                  <a:cubicBezTo>
                    <a:pt x="568" y="297"/>
                    <a:pt x="726" y="191"/>
                    <a:pt x="902" y="116"/>
                  </a:cubicBezTo>
                  <a:cubicBezTo>
                    <a:pt x="1084" y="39"/>
                    <a:pt x="1277" y="0"/>
                    <a:pt x="1476" y="0"/>
                  </a:cubicBezTo>
                  <a:cubicBezTo>
                    <a:pt x="1675" y="0"/>
                    <a:pt x="1868" y="39"/>
                    <a:pt x="2050" y="116"/>
                  </a:cubicBezTo>
                  <a:cubicBezTo>
                    <a:pt x="2226" y="191"/>
                    <a:pt x="2384" y="297"/>
                    <a:pt x="2519" y="433"/>
                  </a:cubicBezTo>
                  <a:cubicBezTo>
                    <a:pt x="2655" y="568"/>
                    <a:pt x="2761" y="726"/>
                    <a:pt x="2836" y="902"/>
                  </a:cubicBezTo>
                  <a:cubicBezTo>
                    <a:pt x="2913" y="1084"/>
                    <a:pt x="2952" y="1277"/>
                    <a:pt x="2952" y="1476"/>
                  </a:cubicBezTo>
                  <a:cubicBezTo>
                    <a:pt x="2952" y="1675"/>
                    <a:pt x="2913" y="1868"/>
                    <a:pt x="2836" y="2050"/>
                  </a:cubicBezTo>
                  <a:cubicBezTo>
                    <a:pt x="2761" y="2226"/>
                    <a:pt x="2655" y="2384"/>
                    <a:pt x="2519" y="2519"/>
                  </a:cubicBezTo>
                  <a:cubicBezTo>
                    <a:pt x="2384" y="2655"/>
                    <a:pt x="2226" y="2761"/>
                    <a:pt x="2050" y="2836"/>
                  </a:cubicBezTo>
                  <a:cubicBezTo>
                    <a:pt x="1868" y="2913"/>
                    <a:pt x="1675" y="2952"/>
                    <a:pt x="1476" y="2952"/>
                  </a:cubicBezTo>
                  <a:close/>
                  <a:moveTo>
                    <a:pt x="1476" y="48"/>
                  </a:moveTo>
                  <a:cubicBezTo>
                    <a:pt x="689" y="48"/>
                    <a:pt x="48" y="689"/>
                    <a:pt x="48" y="1476"/>
                  </a:cubicBezTo>
                  <a:cubicBezTo>
                    <a:pt x="48" y="2263"/>
                    <a:pt x="689" y="2904"/>
                    <a:pt x="1476" y="2904"/>
                  </a:cubicBezTo>
                  <a:cubicBezTo>
                    <a:pt x="2263" y="2904"/>
                    <a:pt x="2904" y="2263"/>
                    <a:pt x="2904" y="1476"/>
                  </a:cubicBezTo>
                  <a:cubicBezTo>
                    <a:pt x="2904" y="689"/>
                    <a:pt x="2263" y="48"/>
                    <a:pt x="1476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Freeform 152">
              <a:extLst>
                <a:ext uri="{FF2B5EF4-FFF2-40B4-BE49-F238E27FC236}">
                  <a16:creationId xmlns:a16="http://schemas.microsoft.com/office/drawing/2014/main" id="{4B20BDBE-5961-42BF-A789-10B9395414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71132" y="4752858"/>
              <a:ext cx="624681" cy="1101327"/>
            </a:xfrm>
            <a:custGeom>
              <a:avLst/>
              <a:gdLst>
                <a:gd name="T0" fmla="*/ 1373 w 1530"/>
                <a:gd name="T1" fmla="*/ 1160 h 2698"/>
                <a:gd name="T2" fmla="*/ 947 w 1530"/>
                <a:gd name="T3" fmla="*/ 527 h 2698"/>
                <a:gd name="T4" fmla="*/ 314 w 1530"/>
                <a:gd name="T5" fmla="*/ 101 h 2698"/>
                <a:gd name="T6" fmla="*/ 8 w 1530"/>
                <a:gd name="T7" fmla="*/ 0 h 2698"/>
                <a:gd name="T8" fmla="*/ 0 w 1530"/>
                <a:gd name="T9" fmla="*/ 47 h 2698"/>
                <a:gd name="T10" fmla="*/ 1482 w 1530"/>
                <a:gd name="T11" fmla="*/ 1935 h 2698"/>
                <a:gd name="T12" fmla="*/ 1331 w 1530"/>
                <a:gd name="T13" fmla="*/ 2684 h 2698"/>
                <a:gd name="T14" fmla="*/ 1378 w 1530"/>
                <a:gd name="T15" fmla="*/ 2698 h 2698"/>
                <a:gd name="T16" fmla="*/ 1530 w 1530"/>
                <a:gd name="T17" fmla="*/ 1935 h 2698"/>
                <a:gd name="T18" fmla="*/ 1373 w 1530"/>
                <a:gd name="T19" fmla="*/ 1160 h 2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30" h="2698">
                  <a:moveTo>
                    <a:pt x="1373" y="1160"/>
                  </a:moveTo>
                  <a:cubicBezTo>
                    <a:pt x="1273" y="923"/>
                    <a:pt x="1130" y="710"/>
                    <a:pt x="947" y="527"/>
                  </a:cubicBezTo>
                  <a:cubicBezTo>
                    <a:pt x="764" y="344"/>
                    <a:pt x="551" y="201"/>
                    <a:pt x="314" y="101"/>
                  </a:cubicBezTo>
                  <a:cubicBezTo>
                    <a:pt x="214" y="58"/>
                    <a:pt x="112" y="25"/>
                    <a:pt x="8" y="0"/>
                  </a:cubicBezTo>
                  <a:cubicBezTo>
                    <a:pt x="6" y="16"/>
                    <a:pt x="3" y="32"/>
                    <a:pt x="0" y="47"/>
                  </a:cubicBezTo>
                  <a:cubicBezTo>
                    <a:pt x="849" y="255"/>
                    <a:pt x="1482" y="1022"/>
                    <a:pt x="1482" y="1935"/>
                  </a:cubicBezTo>
                  <a:cubicBezTo>
                    <a:pt x="1482" y="2200"/>
                    <a:pt x="1428" y="2454"/>
                    <a:pt x="1331" y="2684"/>
                  </a:cubicBezTo>
                  <a:cubicBezTo>
                    <a:pt x="1347" y="2688"/>
                    <a:pt x="1363" y="2693"/>
                    <a:pt x="1378" y="2698"/>
                  </a:cubicBezTo>
                  <a:cubicBezTo>
                    <a:pt x="1479" y="2456"/>
                    <a:pt x="1530" y="2199"/>
                    <a:pt x="1530" y="1935"/>
                  </a:cubicBezTo>
                  <a:cubicBezTo>
                    <a:pt x="1530" y="1666"/>
                    <a:pt x="1477" y="1406"/>
                    <a:pt x="1373" y="11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Freeform 153">
              <a:extLst>
                <a:ext uri="{FF2B5EF4-FFF2-40B4-BE49-F238E27FC236}">
                  <a16:creationId xmlns:a16="http://schemas.microsoft.com/office/drawing/2014/main" id="{213344B9-8DE5-4403-B074-E605C38F0C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0214" y="4752858"/>
              <a:ext cx="624681" cy="1101327"/>
            </a:xfrm>
            <a:custGeom>
              <a:avLst/>
              <a:gdLst>
                <a:gd name="T0" fmla="*/ 1530 w 1530"/>
                <a:gd name="T1" fmla="*/ 47 h 2698"/>
                <a:gd name="T2" fmla="*/ 1522 w 1530"/>
                <a:gd name="T3" fmla="*/ 0 h 2698"/>
                <a:gd name="T4" fmla="*/ 1216 w 1530"/>
                <a:gd name="T5" fmla="*/ 101 h 2698"/>
                <a:gd name="T6" fmla="*/ 583 w 1530"/>
                <a:gd name="T7" fmla="*/ 527 h 2698"/>
                <a:gd name="T8" fmla="*/ 157 w 1530"/>
                <a:gd name="T9" fmla="*/ 1160 h 2698"/>
                <a:gd name="T10" fmla="*/ 0 w 1530"/>
                <a:gd name="T11" fmla="*/ 1935 h 2698"/>
                <a:gd name="T12" fmla="*/ 152 w 1530"/>
                <a:gd name="T13" fmla="*/ 2698 h 2698"/>
                <a:gd name="T14" fmla="*/ 199 w 1530"/>
                <a:gd name="T15" fmla="*/ 2684 h 2698"/>
                <a:gd name="T16" fmla="*/ 48 w 1530"/>
                <a:gd name="T17" fmla="*/ 1935 h 2698"/>
                <a:gd name="T18" fmla="*/ 1530 w 1530"/>
                <a:gd name="T19" fmla="*/ 47 h 2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30" h="2698">
                  <a:moveTo>
                    <a:pt x="1530" y="47"/>
                  </a:moveTo>
                  <a:cubicBezTo>
                    <a:pt x="1527" y="32"/>
                    <a:pt x="1524" y="16"/>
                    <a:pt x="1522" y="0"/>
                  </a:cubicBezTo>
                  <a:cubicBezTo>
                    <a:pt x="1418" y="25"/>
                    <a:pt x="1316" y="58"/>
                    <a:pt x="1216" y="101"/>
                  </a:cubicBezTo>
                  <a:cubicBezTo>
                    <a:pt x="979" y="201"/>
                    <a:pt x="766" y="344"/>
                    <a:pt x="583" y="527"/>
                  </a:cubicBezTo>
                  <a:cubicBezTo>
                    <a:pt x="400" y="710"/>
                    <a:pt x="257" y="923"/>
                    <a:pt x="157" y="1160"/>
                  </a:cubicBezTo>
                  <a:cubicBezTo>
                    <a:pt x="53" y="1406"/>
                    <a:pt x="0" y="1666"/>
                    <a:pt x="0" y="1935"/>
                  </a:cubicBezTo>
                  <a:cubicBezTo>
                    <a:pt x="0" y="2199"/>
                    <a:pt x="51" y="2456"/>
                    <a:pt x="152" y="2698"/>
                  </a:cubicBezTo>
                  <a:cubicBezTo>
                    <a:pt x="167" y="2693"/>
                    <a:pt x="183" y="2688"/>
                    <a:pt x="199" y="2684"/>
                  </a:cubicBezTo>
                  <a:cubicBezTo>
                    <a:pt x="102" y="2454"/>
                    <a:pt x="48" y="2200"/>
                    <a:pt x="48" y="1935"/>
                  </a:cubicBezTo>
                  <a:cubicBezTo>
                    <a:pt x="48" y="1022"/>
                    <a:pt x="681" y="255"/>
                    <a:pt x="1530" y="4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Freeform 154">
              <a:extLst>
                <a:ext uri="{FF2B5EF4-FFF2-40B4-BE49-F238E27FC236}">
                  <a16:creationId xmlns:a16="http://schemas.microsoft.com/office/drawing/2014/main" id="{676F44BE-95FD-43E4-A28C-50B0AE3884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8026" y="6137951"/>
              <a:ext cx="1070371" cy="217487"/>
            </a:xfrm>
            <a:custGeom>
              <a:avLst/>
              <a:gdLst>
                <a:gd name="T0" fmla="*/ 2594 w 2622"/>
                <a:gd name="T1" fmla="*/ 0 h 533"/>
                <a:gd name="T2" fmla="*/ 1311 w 2622"/>
                <a:gd name="T3" fmla="*/ 485 h 533"/>
                <a:gd name="T4" fmla="*/ 28 w 2622"/>
                <a:gd name="T5" fmla="*/ 0 h 533"/>
                <a:gd name="T6" fmla="*/ 0 w 2622"/>
                <a:gd name="T7" fmla="*/ 40 h 533"/>
                <a:gd name="T8" fmla="*/ 536 w 2622"/>
                <a:gd name="T9" fmla="*/ 376 h 533"/>
                <a:gd name="T10" fmla="*/ 1311 w 2622"/>
                <a:gd name="T11" fmla="*/ 533 h 533"/>
                <a:gd name="T12" fmla="*/ 2086 w 2622"/>
                <a:gd name="T13" fmla="*/ 376 h 533"/>
                <a:gd name="T14" fmla="*/ 2622 w 2622"/>
                <a:gd name="T15" fmla="*/ 40 h 533"/>
                <a:gd name="T16" fmla="*/ 2594 w 2622"/>
                <a:gd name="T17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22" h="533">
                  <a:moveTo>
                    <a:pt x="2594" y="0"/>
                  </a:moveTo>
                  <a:cubicBezTo>
                    <a:pt x="2252" y="301"/>
                    <a:pt x="1802" y="485"/>
                    <a:pt x="1311" y="485"/>
                  </a:cubicBezTo>
                  <a:cubicBezTo>
                    <a:pt x="820" y="485"/>
                    <a:pt x="370" y="301"/>
                    <a:pt x="28" y="0"/>
                  </a:cubicBezTo>
                  <a:cubicBezTo>
                    <a:pt x="19" y="14"/>
                    <a:pt x="10" y="27"/>
                    <a:pt x="0" y="40"/>
                  </a:cubicBezTo>
                  <a:cubicBezTo>
                    <a:pt x="160" y="180"/>
                    <a:pt x="340" y="293"/>
                    <a:pt x="536" y="376"/>
                  </a:cubicBezTo>
                  <a:cubicBezTo>
                    <a:pt x="782" y="480"/>
                    <a:pt x="1042" y="533"/>
                    <a:pt x="1311" y="533"/>
                  </a:cubicBezTo>
                  <a:cubicBezTo>
                    <a:pt x="1580" y="533"/>
                    <a:pt x="1840" y="480"/>
                    <a:pt x="2086" y="376"/>
                  </a:cubicBezTo>
                  <a:cubicBezTo>
                    <a:pt x="2282" y="293"/>
                    <a:pt x="2462" y="180"/>
                    <a:pt x="2622" y="40"/>
                  </a:cubicBezTo>
                  <a:cubicBezTo>
                    <a:pt x="2612" y="27"/>
                    <a:pt x="2603" y="14"/>
                    <a:pt x="25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Freeform 155">
              <a:extLst>
                <a:ext uri="{FF2B5EF4-FFF2-40B4-BE49-F238E27FC236}">
                  <a16:creationId xmlns:a16="http://schemas.microsoft.com/office/drawing/2014/main" id="{82FB8985-6929-4ADA-BAD8-01118BE84B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792" y="5945070"/>
              <a:ext cx="143669" cy="181769"/>
            </a:xfrm>
            <a:custGeom>
              <a:avLst/>
              <a:gdLst>
                <a:gd name="T0" fmla="*/ 352 w 352"/>
                <a:gd name="T1" fmla="*/ 65 h 445"/>
                <a:gd name="T2" fmla="*/ 352 w 352"/>
                <a:gd name="T3" fmla="*/ 76 h 445"/>
                <a:gd name="T4" fmla="*/ 350 w 352"/>
                <a:gd name="T5" fmla="*/ 84 h 445"/>
                <a:gd name="T6" fmla="*/ 346 w 352"/>
                <a:gd name="T7" fmla="*/ 89 h 445"/>
                <a:gd name="T8" fmla="*/ 342 w 352"/>
                <a:gd name="T9" fmla="*/ 90 h 445"/>
                <a:gd name="T10" fmla="*/ 329 w 352"/>
                <a:gd name="T11" fmla="*/ 84 h 445"/>
                <a:gd name="T12" fmla="*/ 303 w 352"/>
                <a:gd name="T13" fmla="*/ 70 h 445"/>
                <a:gd name="T14" fmla="*/ 266 w 352"/>
                <a:gd name="T15" fmla="*/ 56 h 445"/>
                <a:gd name="T16" fmla="*/ 214 w 352"/>
                <a:gd name="T17" fmla="*/ 49 h 445"/>
                <a:gd name="T18" fmla="*/ 149 w 352"/>
                <a:gd name="T19" fmla="*/ 62 h 445"/>
                <a:gd name="T20" fmla="*/ 101 w 352"/>
                <a:gd name="T21" fmla="*/ 98 h 445"/>
                <a:gd name="T22" fmla="*/ 71 w 352"/>
                <a:gd name="T23" fmla="*/ 153 h 445"/>
                <a:gd name="T24" fmla="*/ 60 w 352"/>
                <a:gd name="T25" fmla="*/ 222 h 445"/>
                <a:gd name="T26" fmla="*/ 72 w 352"/>
                <a:gd name="T27" fmla="*/ 296 h 445"/>
                <a:gd name="T28" fmla="*/ 104 w 352"/>
                <a:gd name="T29" fmla="*/ 350 h 445"/>
                <a:gd name="T30" fmla="*/ 153 w 352"/>
                <a:gd name="T31" fmla="*/ 384 h 445"/>
                <a:gd name="T32" fmla="*/ 215 w 352"/>
                <a:gd name="T33" fmla="*/ 395 h 445"/>
                <a:gd name="T34" fmla="*/ 255 w 352"/>
                <a:gd name="T35" fmla="*/ 390 h 445"/>
                <a:gd name="T36" fmla="*/ 294 w 352"/>
                <a:gd name="T37" fmla="*/ 375 h 445"/>
                <a:gd name="T38" fmla="*/ 294 w 352"/>
                <a:gd name="T39" fmla="*/ 249 h 445"/>
                <a:gd name="T40" fmla="*/ 193 w 352"/>
                <a:gd name="T41" fmla="*/ 249 h 445"/>
                <a:gd name="T42" fmla="*/ 185 w 352"/>
                <a:gd name="T43" fmla="*/ 244 h 445"/>
                <a:gd name="T44" fmla="*/ 182 w 352"/>
                <a:gd name="T45" fmla="*/ 226 h 445"/>
                <a:gd name="T46" fmla="*/ 183 w 352"/>
                <a:gd name="T47" fmla="*/ 215 h 445"/>
                <a:gd name="T48" fmla="*/ 185 w 352"/>
                <a:gd name="T49" fmla="*/ 208 h 445"/>
                <a:gd name="T50" fmla="*/ 188 w 352"/>
                <a:gd name="T51" fmla="*/ 203 h 445"/>
                <a:gd name="T52" fmla="*/ 193 w 352"/>
                <a:gd name="T53" fmla="*/ 202 h 445"/>
                <a:gd name="T54" fmla="*/ 331 w 352"/>
                <a:gd name="T55" fmla="*/ 202 h 445"/>
                <a:gd name="T56" fmla="*/ 338 w 352"/>
                <a:gd name="T57" fmla="*/ 203 h 445"/>
                <a:gd name="T58" fmla="*/ 345 w 352"/>
                <a:gd name="T59" fmla="*/ 207 h 445"/>
                <a:gd name="T60" fmla="*/ 350 w 352"/>
                <a:gd name="T61" fmla="*/ 215 h 445"/>
                <a:gd name="T62" fmla="*/ 351 w 352"/>
                <a:gd name="T63" fmla="*/ 226 h 445"/>
                <a:gd name="T64" fmla="*/ 351 w 352"/>
                <a:gd name="T65" fmla="*/ 391 h 445"/>
                <a:gd name="T66" fmla="*/ 348 w 352"/>
                <a:gd name="T67" fmla="*/ 406 h 445"/>
                <a:gd name="T68" fmla="*/ 336 w 352"/>
                <a:gd name="T69" fmla="*/ 417 h 445"/>
                <a:gd name="T70" fmla="*/ 310 w 352"/>
                <a:gd name="T71" fmla="*/ 427 h 445"/>
                <a:gd name="T72" fmla="*/ 279 w 352"/>
                <a:gd name="T73" fmla="*/ 437 h 445"/>
                <a:gd name="T74" fmla="*/ 246 w 352"/>
                <a:gd name="T75" fmla="*/ 443 h 445"/>
                <a:gd name="T76" fmla="*/ 212 w 352"/>
                <a:gd name="T77" fmla="*/ 445 h 445"/>
                <a:gd name="T78" fmla="*/ 123 w 352"/>
                <a:gd name="T79" fmla="*/ 430 h 445"/>
                <a:gd name="T80" fmla="*/ 56 w 352"/>
                <a:gd name="T81" fmla="*/ 385 h 445"/>
                <a:gd name="T82" fmla="*/ 14 w 352"/>
                <a:gd name="T83" fmla="*/ 316 h 445"/>
                <a:gd name="T84" fmla="*/ 0 w 352"/>
                <a:gd name="T85" fmla="*/ 227 h 445"/>
                <a:gd name="T86" fmla="*/ 15 w 352"/>
                <a:gd name="T87" fmla="*/ 133 h 445"/>
                <a:gd name="T88" fmla="*/ 59 w 352"/>
                <a:gd name="T89" fmla="*/ 62 h 445"/>
                <a:gd name="T90" fmla="*/ 127 w 352"/>
                <a:gd name="T91" fmla="*/ 16 h 445"/>
                <a:gd name="T92" fmla="*/ 215 w 352"/>
                <a:gd name="T93" fmla="*/ 0 h 445"/>
                <a:gd name="T94" fmla="*/ 262 w 352"/>
                <a:gd name="T95" fmla="*/ 4 h 445"/>
                <a:gd name="T96" fmla="*/ 300 w 352"/>
                <a:gd name="T97" fmla="*/ 15 h 445"/>
                <a:gd name="T98" fmla="*/ 329 w 352"/>
                <a:gd name="T99" fmla="*/ 27 h 445"/>
                <a:gd name="T100" fmla="*/ 345 w 352"/>
                <a:gd name="T101" fmla="*/ 38 h 445"/>
                <a:gd name="T102" fmla="*/ 351 w 352"/>
                <a:gd name="T103" fmla="*/ 48 h 445"/>
                <a:gd name="T104" fmla="*/ 352 w 352"/>
                <a:gd name="T105" fmla="*/ 65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52" h="445">
                  <a:moveTo>
                    <a:pt x="352" y="65"/>
                  </a:moveTo>
                  <a:cubicBezTo>
                    <a:pt x="352" y="69"/>
                    <a:pt x="352" y="73"/>
                    <a:pt x="352" y="76"/>
                  </a:cubicBezTo>
                  <a:cubicBezTo>
                    <a:pt x="351" y="79"/>
                    <a:pt x="351" y="82"/>
                    <a:pt x="350" y="84"/>
                  </a:cubicBezTo>
                  <a:cubicBezTo>
                    <a:pt x="349" y="86"/>
                    <a:pt x="348" y="88"/>
                    <a:pt x="346" y="89"/>
                  </a:cubicBezTo>
                  <a:cubicBezTo>
                    <a:pt x="345" y="90"/>
                    <a:pt x="343" y="90"/>
                    <a:pt x="342" y="90"/>
                  </a:cubicBezTo>
                  <a:cubicBezTo>
                    <a:pt x="339" y="90"/>
                    <a:pt x="335" y="88"/>
                    <a:pt x="329" y="84"/>
                  </a:cubicBezTo>
                  <a:cubicBezTo>
                    <a:pt x="322" y="79"/>
                    <a:pt x="314" y="75"/>
                    <a:pt x="303" y="70"/>
                  </a:cubicBezTo>
                  <a:cubicBezTo>
                    <a:pt x="293" y="64"/>
                    <a:pt x="280" y="60"/>
                    <a:pt x="266" y="56"/>
                  </a:cubicBezTo>
                  <a:cubicBezTo>
                    <a:pt x="251" y="51"/>
                    <a:pt x="234" y="49"/>
                    <a:pt x="214" y="49"/>
                  </a:cubicBezTo>
                  <a:cubicBezTo>
                    <a:pt x="190" y="49"/>
                    <a:pt x="168" y="54"/>
                    <a:pt x="149" y="62"/>
                  </a:cubicBezTo>
                  <a:cubicBezTo>
                    <a:pt x="131" y="71"/>
                    <a:pt x="114" y="83"/>
                    <a:pt x="101" y="98"/>
                  </a:cubicBezTo>
                  <a:cubicBezTo>
                    <a:pt x="88" y="114"/>
                    <a:pt x="78" y="132"/>
                    <a:pt x="71" y="153"/>
                  </a:cubicBezTo>
                  <a:cubicBezTo>
                    <a:pt x="64" y="174"/>
                    <a:pt x="60" y="197"/>
                    <a:pt x="60" y="222"/>
                  </a:cubicBezTo>
                  <a:cubicBezTo>
                    <a:pt x="60" y="250"/>
                    <a:pt x="64" y="274"/>
                    <a:pt x="72" y="296"/>
                  </a:cubicBezTo>
                  <a:cubicBezTo>
                    <a:pt x="80" y="317"/>
                    <a:pt x="90" y="335"/>
                    <a:pt x="104" y="350"/>
                  </a:cubicBezTo>
                  <a:cubicBezTo>
                    <a:pt x="118" y="365"/>
                    <a:pt x="134" y="376"/>
                    <a:pt x="153" y="384"/>
                  </a:cubicBezTo>
                  <a:cubicBezTo>
                    <a:pt x="172" y="391"/>
                    <a:pt x="192" y="395"/>
                    <a:pt x="215" y="395"/>
                  </a:cubicBezTo>
                  <a:cubicBezTo>
                    <a:pt x="228" y="395"/>
                    <a:pt x="242" y="393"/>
                    <a:pt x="255" y="390"/>
                  </a:cubicBezTo>
                  <a:cubicBezTo>
                    <a:pt x="269" y="387"/>
                    <a:pt x="282" y="382"/>
                    <a:pt x="294" y="375"/>
                  </a:cubicBezTo>
                  <a:cubicBezTo>
                    <a:pt x="294" y="249"/>
                    <a:pt x="294" y="249"/>
                    <a:pt x="294" y="249"/>
                  </a:cubicBezTo>
                  <a:cubicBezTo>
                    <a:pt x="193" y="249"/>
                    <a:pt x="193" y="249"/>
                    <a:pt x="193" y="249"/>
                  </a:cubicBezTo>
                  <a:cubicBezTo>
                    <a:pt x="190" y="249"/>
                    <a:pt x="187" y="247"/>
                    <a:pt x="185" y="244"/>
                  </a:cubicBezTo>
                  <a:cubicBezTo>
                    <a:pt x="183" y="240"/>
                    <a:pt x="182" y="234"/>
                    <a:pt x="182" y="226"/>
                  </a:cubicBezTo>
                  <a:cubicBezTo>
                    <a:pt x="182" y="222"/>
                    <a:pt x="182" y="218"/>
                    <a:pt x="183" y="215"/>
                  </a:cubicBezTo>
                  <a:cubicBezTo>
                    <a:pt x="183" y="212"/>
                    <a:pt x="184" y="210"/>
                    <a:pt x="185" y="208"/>
                  </a:cubicBezTo>
                  <a:cubicBezTo>
                    <a:pt x="186" y="206"/>
                    <a:pt x="187" y="204"/>
                    <a:pt x="188" y="203"/>
                  </a:cubicBezTo>
                  <a:cubicBezTo>
                    <a:pt x="190" y="203"/>
                    <a:pt x="191" y="202"/>
                    <a:pt x="193" y="202"/>
                  </a:cubicBezTo>
                  <a:cubicBezTo>
                    <a:pt x="331" y="202"/>
                    <a:pt x="331" y="202"/>
                    <a:pt x="331" y="202"/>
                  </a:cubicBezTo>
                  <a:cubicBezTo>
                    <a:pt x="333" y="202"/>
                    <a:pt x="336" y="203"/>
                    <a:pt x="338" y="203"/>
                  </a:cubicBezTo>
                  <a:cubicBezTo>
                    <a:pt x="341" y="204"/>
                    <a:pt x="343" y="206"/>
                    <a:pt x="345" y="207"/>
                  </a:cubicBezTo>
                  <a:cubicBezTo>
                    <a:pt x="347" y="209"/>
                    <a:pt x="349" y="212"/>
                    <a:pt x="350" y="215"/>
                  </a:cubicBezTo>
                  <a:cubicBezTo>
                    <a:pt x="351" y="218"/>
                    <a:pt x="351" y="222"/>
                    <a:pt x="351" y="226"/>
                  </a:cubicBezTo>
                  <a:cubicBezTo>
                    <a:pt x="351" y="391"/>
                    <a:pt x="351" y="391"/>
                    <a:pt x="351" y="391"/>
                  </a:cubicBezTo>
                  <a:cubicBezTo>
                    <a:pt x="351" y="396"/>
                    <a:pt x="350" y="401"/>
                    <a:pt x="348" y="406"/>
                  </a:cubicBezTo>
                  <a:cubicBezTo>
                    <a:pt x="346" y="410"/>
                    <a:pt x="342" y="414"/>
                    <a:pt x="336" y="417"/>
                  </a:cubicBezTo>
                  <a:cubicBezTo>
                    <a:pt x="329" y="420"/>
                    <a:pt x="321" y="424"/>
                    <a:pt x="310" y="427"/>
                  </a:cubicBezTo>
                  <a:cubicBezTo>
                    <a:pt x="300" y="431"/>
                    <a:pt x="290" y="434"/>
                    <a:pt x="279" y="437"/>
                  </a:cubicBezTo>
                  <a:cubicBezTo>
                    <a:pt x="268" y="440"/>
                    <a:pt x="257" y="442"/>
                    <a:pt x="246" y="443"/>
                  </a:cubicBezTo>
                  <a:cubicBezTo>
                    <a:pt x="234" y="444"/>
                    <a:pt x="223" y="445"/>
                    <a:pt x="212" y="445"/>
                  </a:cubicBezTo>
                  <a:cubicBezTo>
                    <a:pt x="179" y="445"/>
                    <a:pt x="149" y="440"/>
                    <a:pt x="123" y="430"/>
                  </a:cubicBezTo>
                  <a:cubicBezTo>
                    <a:pt x="96" y="419"/>
                    <a:pt x="74" y="404"/>
                    <a:pt x="56" y="385"/>
                  </a:cubicBezTo>
                  <a:cubicBezTo>
                    <a:pt x="38" y="366"/>
                    <a:pt x="24" y="343"/>
                    <a:pt x="14" y="316"/>
                  </a:cubicBezTo>
                  <a:cubicBezTo>
                    <a:pt x="5" y="289"/>
                    <a:pt x="0" y="260"/>
                    <a:pt x="0" y="227"/>
                  </a:cubicBezTo>
                  <a:cubicBezTo>
                    <a:pt x="0" y="192"/>
                    <a:pt x="5" y="161"/>
                    <a:pt x="15" y="133"/>
                  </a:cubicBezTo>
                  <a:cubicBezTo>
                    <a:pt x="26" y="105"/>
                    <a:pt x="40" y="82"/>
                    <a:pt x="59" y="62"/>
                  </a:cubicBezTo>
                  <a:cubicBezTo>
                    <a:pt x="78" y="42"/>
                    <a:pt x="101" y="27"/>
                    <a:pt x="127" y="16"/>
                  </a:cubicBezTo>
                  <a:cubicBezTo>
                    <a:pt x="154" y="5"/>
                    <a:pt x="183" y="0"/>
                    <a:pt x="215" y="0"/>
                  </a:cubicBezTo>
                  <a:cubicBezTo>
                    <a:pt x="232" y="0"/>
                    <a:pt x="247" y="1"/>
                    <a:pt x="262" y="4"/>
                  </a:cubicBezTo>
                  <a:cubicBezTo>
                    <a:pt x="276" y="7"/>
                    <a:pt x="289" y="11"/>
                    <a:pt x="300" y="15"/>
                  </a:cubicBezTo>
                  <a:cubicBezTo>
                    <a:pt x="312" y="18"/>
                    <a:pt x="321" y="23"/>
                    <a:pt x="329" y="27"/>
                  </a:cubicBezTo>
                  <a:cubicBezTo>
                    <a:pt x="336" y="32"/>
                    <a:pt x="342" y="36"/>
                    <a:pt x="345" y="38"/>
                  </a:cubicBezTo>
                  <a:cubicBezTo>
                    <a:pt x="348" y="41"/>
                    <a:pt x="350" y="45"/>
                    <a:pt x="351" y="48"/>
                  </a:cubicBezTo>
                  <a:cubicBezTo>
                    <a:pt x="352" y="52"/>
                    <a:pt x="352" y="58"/>
                    <a:pt x="352" y="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Freeform 157">
              <a:extLst>
                <a:ext uri="{FF2B5EF4-FFF2-40B4-BE49-F238E27FC236}">
                  <a16:creationId xmlns:a16="http://schemas.microsoft.com/office/drawing/2014/main" id="{9F37A311-2E5C-4821-B4D9-A59F2CEA13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276" y="4641336"/>
              <a:ext cx="117475" cy="177403"/>
            </a:xfrm>
            <a:custGeom>
              <a:avLst/>
              <a:gdLst>
                <a:gd name="T0" fmla="*/ 288 w 288"/>
                <a:gd name="T1" fmla="*/ 424 h 435"/>
                <a:gd name="T2" fmla="*/ 287 w 288"/>
                <a:gd name="T3" fmla="*/ 429 h 435"/>
                <a:gd name="T4" fmla="*/ 283 w 288"/>
                <a:gd name="T5" fmla="*/ 432 h 435"/>
                <a:gd name="T6" fmla="*/ 274 w 288"/>
                <a:gd name="T7" fmla="*/ 434 h 435"/>
                <a:gd name="T8" fmla="*/ 258 w 288"/>
                <a:gd name="T9" fmla="*/ 435 h 435"/>
                <a:gd name="T10" fmla="*/ 243 w 288"/>
                <a:gd name="T11" fmla="*/ 434 h 435"/>
                <a:gd name="T12" fmla="*/ 235 w 288"/>
                <a:gd name="T13" fmla="*/ 432 h 435"/>
                <a:gd name="T14" fmla="*/ 229 w 288"/>
                <a:gd name="T15" fmla="*/ 428 h 435"/>
                <a:gd name="T16" fmla="*/ 226 w 288"/>
                <a:gd name="T17" fmla="*/ 421 h 435"/>
                <a:gd name="T18" fmla="*/ 186 w 288"/>
                <a:gd name="T19" fmla="*/ 319 h 435"/>
                <a:gd name="T20" fmla="*/ 172 w 288"/>
                <a:gd name="T21" fmla="*/ 287 h 435"/>
                <a:gd name="T22" fmla="*/ 154 w 288"/>
                <a:gd name="T23" fmla="*/ 262 h 435"/>
                <a:gd name="T24" fmla="*/ 129 w 288"/>
                <a:gd name="T25" fmla="*/ 246 h 435"/>
                <a:gd name="T26" fmla="*/ 96 w 288"/>
                <a:gd name="T27" fmla="*/ 240 h 435"/>
                <a:gd name="T28" fmla="*/ 57 w 288"/>
                <a:gd name="T29" fmla="*/ 240 h 435"/>
                <a:gd name="T30" fmla="*/ 57 w 288"/>
                <a:gd name="T31" fmla="*/ 424 h 435"/>
                <a:gd name="T32" fmla="*/ 56 w 288"/>
                <a:gd name="T33" fmla="*/ 429 h 435"/>
                <a:gd name="T34" fmla="*/ 51 w 288"/>
                <a:gd name="T35" fmla="*/ 432 h 435"/>
                <a:gd name="T36" fmla="*/ 42 w 288"/>
                <a:gd name="T37" fmla="*/ 434 h 435"/>
                <a:gd name="T38" fmla="*/ 28 w 288"/>
                <a:gd name="T39" fmla="*/ 435 h 435"/>
                <a:gd name="T40" fmla="*/ 14 w 288"/>
                <a:gd name="T41" fmla="*/ 434 h 435"/>
                <a:gd name="T42" fmla="*/ 6 w 288"/>
                <a:gd name="T43" fmla="*/ 432 h 435"/>
                <a:gd name="T44" fmla="*/ 1 w 288"/>
                <a:gd name="T45" fmla="*/ 429 h 435"/>
                <a:gd name="T46" fmla="*/ 0 w 288"/>
                <a:gd name="T47" fmla="*/ 424 h 435"/>
                <a:gd name="T48" fmla="*/ 0 w 288"/>
                <a:gd name="T49" fmla="*/ 23 h 435"/>
                <a:gd name="T50" fmla="*/ 6 w 288"/>
                <a:gd name="T51" fmla="*/ 5 h 435"/>
                <a:gd name="T52" fmla="*/ 21 w 288"/>
                <a:gd name="T53" fmla="*/ 0 h 435"/>
                <a:gd name="T54" fmla="*/ 113 w 288"/>
                <a:gd name="T55" fmla="*/ 0 h 435"/>
                <a:gd name="T56" fmla="*/ 140 w 288"/>
                <a:gd name="T57" fmla="*/ 1 h 435"/>
                <a:gd name="T58" fmla="*/ 160 w 288"/>
                <a:gd name="T59" fmla="*/ 2 h 435"/>
                <a:gd name="T60" fmla="*/ 204 w 288"/>
                <a:gd name="T61" fmla="*/ 16 h 435"/>
                <a:gd name="T62" fmla="*/ 237 w 288"/>
                <a:gd name="T63" fmla="*/ 40 h 435"/>
                <a:gd name="T64" fmla="*/ 256 w 288"/>
                <a:gd name="T65" fmla="*/ 73 h 435"/>
                <a:gd name="T66" fmla="*/ 263 w 288"/>
                <a:gd name="T67" fmla="*/ 114 h 435"/>
                <a:gd name="T68" fmla="*/ 257 w 288"/>
                <a:gd name="T69" fmla="*/ 153 h 435"/>
                <a:gd name="T70" fmla="*/ 240 w 288"/>
                <a:gd name="T71" fmla="*/ 183 h 435"/>
                <a:gd name="T72" fmla="*/ 213 w 288"/>
                <a:gd name="T73" fmla="*/ 206 h 435"/>
                <a:gd name="T74" fmla="*/ 179 w 288"/>
                <a:gd name="T75" fmla="*/ 223 h 435"/>
                <a:gd name="T76" fmla="*/ 198 w 288"/>
                <a:gd name="T77" fmla="*/ 234 h 435"/>
                <a:gd name="T78" fmla="*/ 215 w 288"/>
                <a:gd name="T79" fmla="*/ 252 h 435"/>
                <a:gd name="T80" fmla="*/ 229 w 288"/>
                <a:gd name="T81" fmla="*/ 275 h 435"/>
                <a:gd name="T82" fmla="*/ 242 w 288"/>
                <a:gd name="T83" fmla="*/ 304 h 435"/>
                <a:gd name="T84" fmla="*/ 281 w 288"/>
                <a:gd name="T85" fmla="*/ 400 h 435"/>
                <a:gd name="T86" fmla="*/ 287 w 288"/>
                <a:gd name="T87" fmla="*/ 417 h 435"/>
                <a:gd name="T88" fmla="*/ 288 w 288"/>
                <a:gd name="T89" fmla="*/ 424 h 435"/>
                <a:gd name="T90" fmla="*/ 202 w 288"/>
                <a:gd name="T91" fmla="*/ 120 h 435"/>
                <a:gd name="T92" fmla="*/ 190 w 288"/>
                <a:gd name="T93" fmla="*/ 77 h 435"/>
                <a:gd name="T94" fmla="*/ 152 w 288"/>
                <a:gd name="T95" fmla="*/ 52 h 435"/>
                <a:gd name="T96" fmla="*/ 133 w 288"/>
                <a:gd name="T97" fmla="*/ 48 h 435"/>
                <a:gd name="T98" fmla="*/ 106 w 288"/>
                <a:gd name="T99" fmla="*/ 47 h 435"/>
                <a:gd name="T100" fmla="*/ 57 w 288"/>
                <a:gd name="T101" fmla="*/ 47 h 435"/>
                <a:gd name="T102" fmla="*/ 57 w 288"/>
                <a:gd name="T103" fmla="*/ 193 h 435"/>
                <a:gd name="T104" fmla="*/ 113 w 288"/>
                <a:gd name="T105" fmla="*/ 193 h 435"/>
                <a:gd name="T106" fmla="*/ 153 w 288"/>
                <a:gd name="T107" fmla="*/ 188 h 435"/>
                <a:gd name="T108" fmla="*/ 180 w 288"/>
                <a:gd name="T109" fmla="*/ 172 h 435"/>
                <a:gd name="T110" fmla="*/ 197 w 288"/>
                <a:gd name="T111" fmla="*/ 149 h 435"/>
                <a:gd name="T112" fmla="*/ 202 w 288"/>
                <a:gd name="T113" fmla="*/ 120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8" h="435">
                  <a:moveTo>
                    <a:pt x="288" y="424"/>
                  </a:moveTo>
                  <a:cubicBezTo>
                    <a:pt x="288" y="426"/>
                    <a:pt x="288" y="427"/>
                    <a:pt x="287" y="429"/>
                  </a:cubicBezTo>
                  <a:cubicBezTo>
                    <a:pt x="287" y="430"/>
                    <a:pt x="285" y="431"/>
                    <a:pt x="283" y="432"/>
                  </a:cubicBezTo>
                  <a:cubicBezTo>
                    <a:pt x="281" y="433"/>
                    <a:pt x="278" y="434"/>
                    <a:pt x="274" y="434"/>
                  </a:cubicBezTo>
                  <a:cubicBezTo>
                    <a:pt x="270" y="435"/>
                    <a:pt x="264" y="435"/>
                    <a:pt x="258" y="435"/>
                  </a:cubicBezTo>
                  <a:cubicBezTo>
                    <a:pt x="252" y="435"/>
                    <a:pt x="247" y="435"/>
                    <a:pt x="243" y="434"/>
                  </a:cubicBezTo>
                  <a:cubicBezTo>
                    <a:pt x="240" y="434"/>
                    <a:pt x="237" y="433"/>
                    <a:pt x="235" y="432"/>
                  </a:cubicBezTo>
                  <a:cubicBezTo>
                    <a:pt x="232" y="431"/>
                    <a:pt x="231" y="430"/>
                    <a:pt x="229" y="428"/>
                  </a:cubicBezTo>
                  <a:cubicBezTo>
                    <a:pt x="228" y="426"/>
                    <a:pt x="227" y="424"/>
                    <a:pt x="226" y="421"/>
                  </a:cubicBezTo>
                  <a:cubicBezTo>
                    <a:pt x="186" y="319"/>
                    <a:pt x="186" y="319"/>
                    <a:pt x="186" y="319"/>
                  </a:cubicBezTo>
                  <a:cubicBezTo>
                    <a:pt x="182" y="307"/>
                    <a:pt x="177" y="297"/>
                    <a:pt x="172" y="287"/>
                  </a:cubicBezTo>
                  <a:cubicBezTo>
                    <a:pt x="167" y="277"/>
                    <a:pt x="161" y="269"/>
                    <a:pt x="154" y="262"/>
                  </a:cubicBezTo>
                  <a:cubicBezTo>
                    <a:pt x="147" y="255"/>
                    <a:pt x="139" y="249"/>
                    <a:pt x="129" y="246"/>
                  </a:cubicBezTo>
                  <a:cubicBezTo>
                    <a:pt x="120" y="242"/>
                    <a:pt x="109" y="240"/>
                    <a:pt x="96" y="240"/>
                  </a:cubicBezTo>
                  <a:cubicBezTo>
                    <a:pt x="57" y="240"/>
                    <a:pt x="57" y="240"/>
                    <a:pt x="57" y="240"/>
                  </a:cubicBezTo>
                  <a:cubicBezTo>
                    <a:pt x="57" y="424"/>
                    <a:pt x="57" y="424"/>
                    <a:pt x="57" y="424"/>
                  </a:cubicBezTo>
                  <a:cubicBezTo>
                    <a:pt x="57" y="426"/>
                    <a:pt x="57" y="427"/>
                    <a:pt x="56" y="429"/>
                  </a:cubicBezTo>
                  <a:cubicBezTo>
                    <a:pt x="55" y="430"/>
                    <a:pt x="53" y="431"/>
                    <a:pt x="51" y="432"/>
                  </a:cubicBezTo>
                  <a:cubicBezTo>
                    <a:pt x="49" y="433"/>
                    <a:pt x="46" y="433"/>
                    <a:pt x="42" y="434"/>
                  </a:cubicBezTo>
                  <a:cubicBezTo>
                    <a:pt x="39" y="434"/>
                    <a:pt x="34" y="435"/>
                    <a:pt x="28" y="435"/>
                  </a:cubicBezTo>
                  <a:cubicBezTo>
                    <a:pt x="23" y="435"/>
                    <a:pt x="18" y="434"/>
                    <a:pt x="14" y="434"/>
                  </a:cubicBezTo>
                  <a:cubicBezTo>
                    <a:pt x="11" y="433"/>
                    <a:pt x="8" y="433"/>
                    <a:pt x="6" y="432"/>
                  </a:cubicBezTo>
                  <a:cubicBezTo>
                    <a:pt x="3" y="431"/>
                    <a:pt x="2" y="430"/>
                    <a:pt x="1" y="429"/>
                  </a:cubicBezTo>
                  <a:cubicBezTo>
                    <a:pt x="0" y="427"/>
                    <a:pt x="0" y="426"/>
                    <a:pt x="0" y="4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4"/>
                    <a:pt x="2" y="8"/>
                    <a:pt x="6" y="5"/>
                  </a:cubicBezTo>
                  <a:cubicBezTo>
                    <a:pt x="11" y="1"/>
                    <a:pt x="16" y="0"/>
                    <a:pt x="21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24" y="0"/>
                    <a:pt x="133" y="0"/>
                    <a:pt x="140" y="1"/>
                  </a:cubicBezTo>
                  <a:cubicBezTo>
                    <a:pt x="148" y="1"/>
                    <a:pt x="154" y="2"/>
                    <a:pt x="160" y="2"/>
                  </a:cubicBezTo>
                  <a:cubicBezTo>
                    <a:pt x="177" y="5"/>
                    <a:pt x="191" y="10"/>
                    <a:pt x="204" y="16"/>
                  </a:cubicBezTo>
                  <a:cubicBezTo>
                    <a:pt x="217" y="22"/>
                    <a:pt x="228" y="30"/>
                    <a:pt x="237" y="40"/>
                  </a:cubicBezTo>
                  <a:cubicBezTo>
                    <a:pt x="245" y="49"/>
                    <a:pt x="252" y="60"/>
                    <a:pt x="256" y="73"/>
                  </a:cubicBezTo>
                  <a:cubicBezTo>
                    <a:pt x="260" y="85"/>
                    <a:pt x="263" y="99"/>
                    <a:pt x="263" y="114"/>
                  </a:cubicBezTo>
                  <a:cubicBezTo>
                    <a:pt x="263" y="128"/>
                    <a:pt x="261" y="141"/>
                    <a:pt x="257" y="153"/>
                  </a:cubicBezTo>
                  <a:cubicBezTo>
                    <a:pt x="253" y="164"/>
                    <a:pt x="247" y="174"/>
                    <a:pt x="240" y="183"/>
                  </a:cubicBezTo>
                  <a:cubicBezTo>
                    <a:pt x="233" y="192"/>
                    <a:pt x="224" y="200"/>
                    <a:pt x="213" y="206"/>
                  </a:cubicBezTo>
                  <a:cubicBezTo>
                    <a:pt x="203" y="213"/>
                    <a:pt x="192" y="218"/>
                    <a:pt x="179" y="223"/>
                  </a:cubicBezTo>
                  <a:cubicBezTo>
                    <a:pt x="186" y="226"/>
                    <a:pt x="193" y="230"/>
                    <a:pt x="198" y="234"/>
                  </a:cubicBezTo>
                  <a:cubicBezTo>
                    <a:pt x="204" y="239"/>
                    <a:pt x="210" y="245"/>
                    <a:pt x="215" y="252"/>
                  </a:cubicBezTo>
                  <a:cubicBezTo>
                    <a:pt x="220" y="258"/>
                    <a:pt x="224" y="266"/>
                    <a:pt x="229" y="275"/>
                  </a:cubicBezTo>
                  <a:cubicBezTo>
                    <a:pt x="233" y="283"/>
                    <a:pt x="238" y="293"/>
                    <a:pt x="242" y="304"/>
                  </a:cubicBezTo>
                  <a:cubicBezTo>
                    <a:pt x="281" y="400"/>
                    <a:pt x="281" y="400"/>
                    <a:pt x="281" y="400"/>
                  </a:cubicBezTo>
                  <a:cubicBezTo>
                    <a:pt x="284" y="408"/>
                    <a:pt x="286" y="413"/>
                    <a:pt x="287" y="417"/>
                  </a:cubicBezTo>
                  <a:cubicBezTo>
                    <a:pt x="288" y="420"/>
                    <a:pt x="288" y="422"/>
                    <a:pt x="288" y="424"/>
                  </a:cubicBezTo>
                  <a:close/>
                  <a:moveTo>
                    <a:pt x="202" y="120"/>
                  </a:moveTo>
                  <a:cubicBezTo>
                    <a:pt x="202" y="103"/>
                    <a:pt x="198" y="89"/>
                    <a:pt x="190" y="77"/>
                  </a:cubicBezTo>
                  <a:cubicBezTo>
                    <a:pt x="183" y="65"/>
                    <a:pt x="170" y="57"/>
                    <a:pt x="152" y="52"/>
                  </a:cubicBezTo>
                  <a:cubicBezTo>
                    <a:pt x="147" y="50"/>
                    <a:pt x="140" y="49"/>
                    <a:pt x="133" y="48"/>
                  </a:cubicBezTo>
                  <a:cubicBezTo>
                    <a:pt x="126" y="48"/>
                    <a:pt x="117" y="47"/>
                    <a:pt x="106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193"/>
                    <a:pt x="57" y="193"/>
                    <a:pt x="57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29" y="193"/>
                    <a:pt x="142" y="191"/>
                    <a:pt x="153" y="188"/>
                  </a:cubicBezTo>
                  <a:cubicBezTo>
                    <a:pt x="164" y="184"/>
                    <a:pt x="173" y="179"/>
                    <a:pt x="180" y="172"/>
                  </a:cubicBezTo>
                  <a:cubicBezTo>
                    <a:pt x="188" y="166"/>
                    <a:pt x="193" y="158"/>
                    <a:pt x="197" y="149"/>
                  </a:cubicBezTo>
                  <a:cubicBezTo>
                    <a:pt x="200" y="140"/>
                    <a:pt x="202" y="130"/>
                    <a:pt x="202" y="1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Freeform 182">
              <a:extLst>
                <a:ext uri="{FF2B5EF4-FFF2-40B4-BE49-F238E27FC236}">
                  <a16:creationId xmlns:a16="http://schemas.microsoft.com/office/drawing/2014/main" id="{1D5C7DD9-D2D8-490B-AA6D-5AF6B6606357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2010879" y="5947054"/>
              <a:ext cx="119438" cy="177800"/>
            </a:xfrm>
            <a:custGeom>
              <a:avLst/>
              <a:gdLst>
                <a:gd name="T0" fmla="*/ 71 w 71"/>
                <a:gd name="T1" fmla="*/ 32 h 108"/>
                <a:gd name="T2" fmla="*/ 68 w 71"/>
                <a:gd name="T3" fmla="*/ 46 h 108"/>
                <a:gd name="T4" fmla="*/ 61 w 71"/>
                <a:gd name="T5" fmla="*/ 57 h 108"/>
                <a:gd name="T6" fmla="*/ 48 w 71"/>
                <a:gd name="T7" fmla="*/ 65 h 108"/>
                <a:gd name="T8" fmla="*/ 29 w 71"/>
                <a:gd name="T9" fmla="*/ 68 h 108"/>
                <a:gd name="T10" fmla="*/ 14 w 71"/>
                <a:gd name="T11" fmla="*/ 68 h 108"/>
                <a:gd name="T12" fmla="*/ 14 w 71"/>
                <a:gd name="T13" fmla="*/ 108 h 108"/>
                <a:gd name="T14" fmla="*/ 0 w 71"/>
                <a:gd name="T15" fmla="*/ 108 h 108"/>
                <a:gd name="T16" fmla="*/ 0 w 71"/>
                <a:gd name="T17" fmla="*/ 0 h 108"/>
                <a:gd name="T18" fmla="*/ 29 w 71"/>
                <a:gd name="T19" fmla="*/ 0 h 108"/>
                <a:gd name="T20" fmla="*/ 46 w 71"/>
                <a:gd name="T21" fmla="*/ 1 h 108"/>
                <a:gd name="T22" fmla="*/ 58 w 71"/>
                <a:gd name="T23" fmla="*/ 6 h 108"/>
                <a:gd name="T24" fmla="*/ 67 w 71"/>
                <a:gd name="T25" fmla="*/ 17 h 108"/>
                <a:gd name="T26" fmla="*/ 71 w 71"/>
                <a:gd name="T27" fmla="*/ 32 h 108"/>
                <a:gd name="T28" fmla="*/ 56 w 71"/>
                <a:gd name="T29" fmla="*/ 33 h 108"/>
                <a:gd name="T30" fmla="*/ 54 w 71"/>
                <a:gd name="T31" fmla="*/ 23 h 108"/>
                <a:gd name="T32" fmla="*/ 48 w 71"/>
                <a:gd name="T33" fmla="*/ 16 h 108"/>
                <a:gd name="T34" fmla="*/ 40 w 71"/>
                <a:gd name="T35" fmla="*/ 13 h 108"/>
                <a:gd name="T36" fmla="*/ 28 w 71"/>
                <a:gd name="T37" fmla="*/ 12 h 108"/>
                <a:gd name="T38" fmla="*/ 14 w 71"/>
                <a:gd name="T39" fmla="*/ 12 h 108"/>
                <a:gd name="T40" fmla="*/ 14 w 71"/>
                <a:gd name="T41" fmla="*/ 56 h 108"/>
                <a:gd name="T42" fmla="*/ 26 w 71"/>
                <a:gd name="T43" fmla="*/ 56 h 108"/>
                <a:gd name="T44" fmla="*/ 41 w 71"/>
                <a:gd name="T45" fmla="*/ 54 h 108"/>
                <a:gd name="T46" fmla="*/ 49 w 71"/>
                <a:gd name="T47" fmla="*/ 49 h 108"/>
                <a:gd name="T48" fmla="*/ 54 w 71"/>
                <a:gd name="T49" fmla="*/ 42 h 108"/>
                <a:gd name="T50" fmla="*/ 56 w 71"/>
                <a:gd name="T51" fmla="*/ 3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1" h="108">
                  <a:moveTo>
                    <a:pt x="71" y="32"/>
                  </a:moveTo>
                  <a:cubicBezTo>
                    <a:pt x="71" y="37"/>
                    <a:pt x="70" y="42"/>
                    <a:pt x="68" y="46"/>
                  </a:cubicBezTo>
                  <a:cubicBezTo>
                    <a:pt x="67" y="50"/>
                    <a:pt x="64" y="54"/>
                    <a:pt x="61" y="57"/>
                  </a:cubicBezTo>
                  <a:cubicBezTo>
                    <a:pt x="57" y="60"/>
                    <a:pt x="53" y="63"/>
                    <a:pt x="48" y="65"/>
                  </a:cubicBezTo>
                  <a:cubicBezTo>
                    <a:pt x="43" y="67"/>
                    <a:pt x="36" y="68"/>
                    <a:pt x="29" y="68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14" y="108"/>
                    <a:pt x="14" y="108"/>
                    <a:pt x="14" y="108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6" y="0"/>
                    <a:pt x="41" y="0"/>
                    <a:pt x="46" y="1"/>
                  </a:cubicBezTo>
                  <a:cubicBezTo>
                    <a:pt x="50" y="2"/>
                    <a:pt x="54" y="4"/>
                    <a:pt x="58" y="6"/>
                  </a:cubicBezTo>
                  <a:cubicBezTo>
                    <a:pt x="62" y="9"/>
                    <a:pt x="65" y="13"/>
                    <a:pt x="67" y="17"/>
                  </a:cubicBezTo>
                  <a:cubicBezTo>
                    <a:pt x="70" y="21"/>
                    <a:pt x="71" y="26"/>
                    <a:pt x="71" y="32"/>
                  </a:cubicBezTo>
                  <a:close/>
                  <a:moveTo>
                    <a:pt x="56" y="33"/>
                  </a:moveTo>
                  <a:cubicBezTo>
                    <a:pt x="56" y="29"/>
                    <a:pt x="55" y="26"/>
                    <a:pt x="54" y="23"/>
                  </a:cubicBezTo>
                  <a:cubicBezTo>
                    <a:pt x="52" y="20"/>
                    <a:pt x="50" y="18"/>
                    <a:pt x="48" y="16"/>
                  </a:cubicBezTo>
                  <a:cubicBezTo>
                    <a:pt x="45" y="15"/>
                    <a:pt x="43" y="14"/>
                    <a:pt x="40" y="13"/>
                  </a:cubicBezTo>
                  <a:cubicBezTo>
                    <a:pt x="37" y="12"/>
                    <a:pt x="33" y="12"/>
                    <a:pt x="28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26" y="56"/>
                    <a:pt x="26" y="56"/>
                    <a:pt x="26" y="56"/>
                  </a:cubicBezTo>
                  <a:cubicBezTo>
                    <a:pt x="32" y="56"/>
                    <a:pt x="37" y="55"/>
                    <a:pt x="41" y="54"/>
                  </a:cubicBezTo>
                  <a:cubicBezTo>
                    <a:pt x="44" y="53"/>
                    <a:pt x="47" y="51"/>
                    <a:pt x="49" y="49"/>
                  </a:cubicBezTo>
                  <a:cubicBezTo>
                    <a:pt x="52" y="47"/>
                    <a:pt x="53" y="44"/>
                    <a:pt x="54" y="42"/>
                  </a:cubicBezTo>
                  <a:cubicBezTo>
                    <a:pt x="55" y="39"/>
                    <a:pt x="56" y="36"/>
                    <a:pt x="56" y="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4446083"/>
      </p:ext>
    </p:extLst>
  </p:cSld>
  <p:clrMapOvr>
    <a:masterClrMapping/>
  </p:clrMapOvr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Object 44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09678162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Слайд think-cell" r:id="rId5" imgW="383" imgH="384" progId="TCLayout.ActiveDocument.1">
                  <p:embed/>
                </p:oleObj>
              </mc:Choice>
              <mc:Fallback>
                <p:oleObj name="Слайд think-cell" r:id="rId5" imgW="383" imgH="384" progId="TCLayout.ActiveDocument.1">
                  <p:embed/>
                  <p:pic>
                    <p:nvPicPr>
                      <p:cNvPr id="45" name="Object 4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Прямоугольник 9">
            <a:extLst>
              <a:ext uri="{FF2B5EF4-FFF2-40B4-BE49-F238E27FC236}">
                <a16:creationId xmlns:a16="http://schemas.microsoft.com/office/drawing/2014/main" id="{152AB7EB-6DC5-B62C-ADD2-D3BE379CD586}"/>
              </a:ext>
            </a:extLst>
          </p:cNvPr>
          <p:cNvSpPr/>
          <p:nvPr userDrawn="1"/>
        </p:nvSpPr>
        <p:spPr>
          <a:xfrm>
            <a:off x="0" y="0"/>
            <a:ext cx="12192001" cy="6879916"/>
          </a:xfrm>
          <a:prstGeom prst="rect">
            <a:avLst/>
          </a:prstGeom>
          <a:blipFill dpi="0" rotWithShape="1">
            <a:blip r:embed="rId7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B8AF335-298D-484C-8070-CEC76455580E}"/>
              </a:ext>
            </a:extLst>
          </p:cNvPr>
          <p:cNvSpPr/>
          <p:nvPr/>
        </p:nvSpPr>
        <p:spPr>
          <a:xfrm>
            <a:off x="0" y="0"/>
            <a:ext cx="12192001" cy="6879916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ct val="0"/>
              </a:spcBef>
              <a:spcAft>
                <a:spcPct val="0"/>
              </a:spcAft>
            </a:pPr>
            <a:endParaRPr lang="ru-RU" sz="4800" b="0" i="0" baseline="0" dirty="0">
              <a:solidFill>
                <a:srgbClr val="000000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9" name="Полилиния 55">
            <a:extLst>
              <a:ext uri="{FF2B5EF4-FFF2-40B4-BE49-F238E27FC236}">
                <a16:creationId xmlns:a16="http://schemas.microsoft.com/office/drawing/2014/main" id="{30F98347-AADB-081D-276D-C4BD5875CB08}"/>
              </a:ext>
            </a:extLst>
          </p:cNvPr>
          <p:cNvSpPr/>
          <p:nvPr/>
        </p:nvSpPr>
        <p:spPr>
          <a:xfrm>
            <a:off x="0" y="3014674"/>
            <a:ext cx="3848100" cy="3843328"/>
          </a:xfrm>
          <a:custGeom>
            <a:avLst/>
            <a:gdLst>
              <a:gd name="connsiteX0" fmla="*/ 0 w 3848100"/>
              <a:gd name="connsiteY0" fmla="*/ 0 h 3843328"/>
              <a:gd name="connsiteX1" fmla="*/ 1 w 3848100"/>
              <a:gd name="connsiteY1" fmla="*/ 0 h 3843328"/>
              <a:gd name="connsiteX2" fmla="*/ 3843216 w 3848100"/>
              <a:gd name="connsiteY2" fmla="*/ 3650195 h 3843328"/>
              <a:gd name="connsiteX3" fmla="*/ 3848100 w 3848100"/>
              <a:gd name="connsiteY3" fmla="*/ 3843328 h 3843328"/>
              <a:gd name="connsiteX4" fmla="*/ 3701025 w 3848100"/>
              <a:gd name="connsiteY4" fmla="*/ 3843328 h 3843328"/>
              <a:gd name="connsiteX5" fmla="*/ 3696328 w 3848100"/>
              <a:gd name="connsiteY5" fmla="*/ 3657576 h 3843328"/>
              <a:gd name="connsiteX6" fmla="*/ 1 w 3848100"/>
              <a:gd name="connsiteY6" fmla="*/ 146893 h 3843328"/>
              <a:gd name="connsiteX7" fmla="*/ 0 w 3848100"/>
              <a:gd name="connsiteY7" fmla="*/ 146893 h 3843328"/>
              <a:gd name="connsiteX8" fmla="*/ 0 w 3848100"/>
              <a:gd name="connsiteY8" fmla="*/ 0 h 3843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48100" h="3843328">
                <a:moveTo>
                  <a:pt x="0" y="0"/>
                </a:moveTo>
                <a:lnTo>
                  <a:pt x="1" y="0"/>
                </a:lnTo>
                <a:cubicBezTo>
                  <a:pt x="2058901" y="0"/>
                  <a:pt x="3740149" y="1616910"/>
                  <a:pt x="3843216" y="3650195"/>
                </a:cubicBezTo>
                <a:lnTo>
                  <a:pt x="3848100" y="3843328"/>
                </a:lnTo>
                <a:lnTo>
                  <a:pt x="3701025" y="3843328"/>
                </a:lnTo>
                <a:lnTo>
                  <a:pt x="3696328" y="3657576"/>
                </a:lnTo>
                <a:cubicBezTo>
                  <a:pt x="3597200" y="1702004"/>
                  <a:pt x="1980209" y="146893"/>
                  <a:pt x="1" y="146893"/>
                </a:cubicBezTo>
                <a:lnTo>
                  <a:pt x="0" y="14689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rgbClr val="000000"/>
              </a:solidFill>
            </a:endParaRPr>
          </a:p>
        </p:txBody>
      </p:sp>
      <p:sp>
        <p:nvSpPr>
          <p:cNvPr id="47" name="Дата 3"/>
          <p:cNvSpPr>
            <a:spLocks noGrp="1"/>
          </p:cNvSpPr>
          <p:nvPr>
            <p:ph type="dt" sz="half" idx="2"/>
          </p:nvPr>
        </p:nvSpPr>
        <p:spPr>
          <a:xfrm>
            <a:off x="5384800" y="6263245"/>
            <a:ext cx="6472238" cy="246221"/>
          </a:xfrm>
          <a:prstGeom prst="rect">
            <a:avLst/>
          </a:prstGeom>
        </p:spPr>
        <p:txBody>
          <a:bodyPr vert="horz" wrap="square" lIns="0" tIns="0" rIns="72000" bIns="0" rtlCol="0" anchor="t" anchorCtr="0">
            <a:spAutoFit/>
          </a:bodyPr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121C0AF9-6A47-4BE1-B512-1C24ABBDB6BE}" type="datetime4">
              <a:rPr lang="ru-RU" smtClean="0">
                <a:solidFill>
                  <a:srgbClr val="FFFFFF"/>
                </a:solidFill>
              </a:rPr>
              <a:pPr/>
              <a:t>27 сентября 2023 г.</a:t>
            </a:fld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64" name="Полилиния 63"/>
          <p:cNvSpPr/>
          <p:nvPr/>
        </p:nvSpPr>
        <p:spPr>
          <a:xfrm>
            <a:off x="7726590" y="0"/>
            <a:ext cx="4465410" cy="4161662"/>
          </a:xfrm>
          <a:custGeom>
            <a:avLst/>
            <a:gdLst>
              <a:gd name="connsiteX0" fmla="*/ 203008 w 4465410"/>
              <a:gd name="connsiteY0" fmla="*/ 0 h 4161662"/>
              <a:gd name="connsiteX1" fmla="*/ 4465410 w 4465410"/>
              <a:gd name="connsiteY1" fmla="*/ 0 h 4161662"/>
              <a:gd name="connsiteX2" fmla="*/ 4465410 w 4465410"/>
              <a:gd name="connsiteY2" fmla="*/ 3824450 h 4161662"/>
              <a:gd name="connsiteX3" fmla="*/ 4266380 w 4465410"/>
              <a:gd name="connsiteY3" fmla="*/ 3920327 h 4161662"/>
              <a:gd name="connsiteX4" fmla="*/ 3071006 w 4465410"/>
              <a:gd name="connsiteY4" fmla="*/ 4161662 h 4161662"/>
              <a:gd name="connsiteX5" fmla="*/ 0 w 4465410"/>
              <a:gd name="connsiteY5" fmla="*/ 1090656 h 4161662"/>
              <a:gd name="connsiteX6" fmla="*/ 138067 w 4465410"/>
              <a:gd name="connsiteY6" fmla="*/ 177433 h 4161662"/>
              <a:gd name="connsiteX0" fmla="*/ 203008 w 4465410"/>
              <a:gd name="connsiteY0" fmla="*/ 0 h 4161662"/>
              <a:gd name="connsiteX1" fmla="*/ 4465410 w 4465410"/>
              <a:gd name="connsiteY1" fmla="*/ 3824450 h 4161662"/>
              <a:gd name="connsiteX2" fmla="*/ 4266380 w 4465410"/>
              <a:gd name="connsiteY2" fmla="*/ 3920327 h 4161662"/>
              <a:gd name="connsiteX3" fmla="*/ 3071006 w 4465410"/>
              <a:gd name="connsiteY3" fmla="*/ 4161662 h 4161662"/>
              <a:gd name="connsiteX4" fmla="*/ 0 w 4465410"/>
              <a:gd name="connsiteY4" fmla="*/ 1090656 h 4161662"/>
              <a:gd name="connsiteX5" fmla="*/ 138067 w 4465410"/>
              <a:gd name="connsiteY5" fmla="*/ 177433 h 4161662"/>
              <a:gd name="connsiteX6" fmla="*/ 203008 w 4465410"/>
              <a:gd name="connsiteY6" fmla="*/ 0 h 4161662"/>
              <a:gd name="connsiteX0" fmla="*/ 203008 w 4465410"/>
              <a:gd name="connsiteY0" fmla="*/ 0 h 4161662"/>
              <a:gd name="connsiteX1" fmla="*/ 4465410 w 4465410"/>
              <a:gd name="connsiteY1" fmla="*/ 3824450 h 4161662"/>
              <a:gd name="connsiteX2" fmla="*/ 4266380 w 4465410"/>
              <a:gd name="connsiteY2" fmla="*/ 3920327 h 4161662"/>
              <a:gd name="connsiteX3" fmla="*/ 3071006 w 4465410"/>
              <a:gd name="connsiteY3" fmla="*/ 4161662 h 4161662"/>
              <a:gd name="connsiteX4" fmla="*/ 0 w 4465410"/>
              <a:gd name="connsiteY4" fmla="*/ 1090656 h 4161662"/>
              <a:gd name="connsiteX5" fmla="*/ 138067 w 4465410"/>
              <a:gd name="connsiteY5" fmla="*/ 177433 h 4161662"/>
              <a:gd name="connsiteX6" fmla="*/ 203008 w 4465410"/>
              <a:gd name="connsiteY6" fmla="*/ 0 h 4161662"/>
              <a:gd name="connsiteX0" fmla="*/ 4465410 w 4556850"/>
              <a:gd name="connsiteY0" fmla="*/ 3824450 h 4161662"/>
              <a:gd name="connsiteX1" fmla="*/ 4266380 w 4556850"/>
              <a:gd name="connsiteY1" fmla="*/ 3920327 h 4161662"/>
              <a:gd name="connsiteX2" fmla="*/ 3071006 w 4556850"/>
              <a:gd name="connsiteY2" fmla="*/ 4161662 h 4161662"/>
              <a:gd name="connsiteX3" fmla="*/ 0 w 4556850"/>
              <a:gd name="connsiteY3" fmla="*/ 1090656 h 4161662"/>
              <a:gd name="connsiteX4" fmla="*/ 138067 w 4556850"/>
              <a:gd name="connsiteY4" fmla="*/ 177433 h 4161662"/>
              <a:gd name="connsiteX5" fmla="*/ 203008 w 4556850"/>
              <a:gd name="connsiteY5" fmla="*/ 0 h 4161662"/>
              <a:gd name="connsiteX6" fmla="*/ 4556850 w 4556850"/>
              <a:gd name="connsiteY6" fmla="*/ 3915890 h 4161662"/>
              <a:gd name="connsiteX0" fmla="*/ 4465410 w 4465410"/>
              <a:gd name="connsiteY0" fmla="*/ 3824450 h 4161662"/>
              <a:gd name="connsiteX1" fmla="*/ 4266380 w 4465410"/>
              <a:gd name="connsiteY1" fmla="*/ 3920327 h 4161662"/>
              <a:gd name="connsiteX2" fmla="*/ 3071006 w 4465410"/>
              <a:gd name="connsiteY2" fmla="*/ 4161662 h 4161662"/>
              <a:gd name="connsiteX3" fmla="*/ 0 w 4465410"/>
              <a:gd name="connsiteY3" fmla="*/ 1090656 h 4161662"/>
              <a:gd name="connsiteX4" fmla="*/ 138067 w 4465410"/>
              <a:gd name="connsiteY4" fmla="*/ 177433 h 4161662"/>
              <a:gd name="connsiteX5" fmla="*/ 203008 w 4465410"/>
              <a:gd name="connsiteY5" fmla="*/ 0 h 416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5410" h="4161662">
                <a:moveTo>
                  <a:pt x="4465410" y="3824450"/>
                </a:moveTo>
                <a:lnTo>
                  <a:pt x="4266380" y="3920327"/>
                </a:lnTo>
                <a:cubicBezTo>
                  <a:pt x="3898970" y="4075729"/>
                  <a:pt x="3495024" y="4161662"/>
                  <a:pt x="3071006" y="4161662"/>
                </a:cubicBezTo>
                <a:cubicBezTo>
                  <a:pt x="1374936" y="4161662"/>
                  <a:pt x="0" y="2786726"/>
                  <a:pt x="0" y="1090656"/>
                </a:cubicBezTo>
                <a:cubicBezTo>
                  <a:pt x="0" y="772643"/>
                  <a:pt x="48338" y="465920"/>
                  <a:pt x="138067" y="177433"/>
                </a:cubicBezTo>
                <a:lnTo>
                  <a:pt x="203008" y="0"/>
                </a:lnTo>
              </a:path>
            </a:pathLst>
          </a:custGeom>
          <a:noFill/>
          <a:ln w="25400">
            <a:solidFill>
              <a:schemeClr val="bg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rgbClr val="000000"/>
              </a:solidFill>
            </a:endParaRP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F75CEEA9-13EC-4526-B3EF-5E5B10081200}"/>
              </a:ext>
            </a:extLst>
          </p:cNvPr>
          <p:cNvGrpSpPr/>
          <p:nvPr/>
        </p:nvGrpSpPr>
        <p:grpSpPr>
          <a:xfrm>
            <a:off x="570214" y="4641336"/>
            <a:ext cx="1625599" cy="1714102"/>
            <a:chOff x="570214" y="4641336"/>
            <a:chExt cx="1625599" cy="1714102"/>
          </a:xfrm>
        </p:grpSpPr>
        <p:sp>
          <p:nvSpPr>
            <p:cNvPr id="16" name="Freeform 147">
              <a:extLst>
                <a:ext uri="{FF2B5EF4-FFF2-40B4-BE49-F238E27FC236}">
                  <a16:creationId xmlns:a16="http://schemas.microsoft.com/office/drawing/2014/main" id="{B5369DFF-5A8E-451F-A6A0-C86171997DE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5976" y="5129492"/>
              <a:ext cx="420687" cy="826293"/>
            </a:xfrm>
            <a:custGeom>
              <a:avLst/>
              <a:gdLst>
                <a:gd name="T0" fmla="*/ 931 w 1030"/>
                <a:gd name="T1" fmla="*/ 46 h 2024"/>
                <a:gd name="T2" fmla="*/ 557 w 1030"/>
                <a:gd name="T3" fmla="*/ 117 h 2024"/>
                <a:gd name="T4" fmla="*/ 122 w 1030"/>
                <a:gd name="T5" fmla="*/ 616 h 2024"/>
                <a:gd name="T6" fmla="*/ 0 w 1030"/>
                <a:gd name="T7" fmla="*/ 1221 h 2024"/>
                <a:gd name="T8" fmla="*/ 267 w 1030"/>
                <a:gd name="T9" fmla="*/ 1738 h 2024"/>
                <a:gd name="T10" fmla="*/ 759 w 1030"/>
                <a:gd name="T11" fmla="*/ 2024 h 2024"/>
                <a:gd name="T12" fmla="*/ 995 w 1030"/>
                <a:gd name="T13" fmla="*/ 124 h 2024"/>
                <a:gd name="T14" fmla="*/ 759 w 1030"/>
                <a:gd name="T15" fmla="*/ 1977 h 2024"/>
                <a:gd name="T16" fmla="*/ 744 w 1030"/>
                <a:gd name="T17" fmla="*/ 1590 h 2024"/>
                <a:gd name="T18" fmla="*/ 819 w 1030"/>
                <a:gd name="T19" fmla="*/ 1488 h 2024"/>
                <a:gd name="T20" fmla="*/ 696 w 1030"/>
                <a:gd name="T21" fmla="*/ 1412 h 2024"/>
                <a:gd name="T22" fmla="*/ 906 w 1030"/>
                <a:gd name="T23" fmla="*/ 1334 h 2024"/>
                <a:gd name="T24" fmla="*/ 658 w 1030"/>
                <a:gd name="T25" fmla="*/ 1384 h 2024"/>
                <a:gd name="T26" fmla="*/ 482 w 1030"/>
                <a:gd name="T27" fmla="*/ 1826 h 2024"/>
                <a:gd name="T28" fmla="*/ 299 w 1030"/>
                <a:gd name="T29" fmla="*/ 1702 h 2024"/>
                <a:gd name="T30" fmla="*/ 47 w 1030"/>
                <a:gd name="T31" fmla="*/ 1221 h 2024"/>
                <a:gd name="T32" fmla="*/ 251 w 1030"/>
                <a:gd name="T33" fmla="*/ 977 h 2024"/>
                <a:gd name="T34" fmla="*/ 361 w 1030"/>
                <a:gd name="T35" fmla="*/ 1295 h 2024"/>
                <a:gd name="T36" fmla="*/ 449 w 1030"/>
                <a:gd name="T37" fmla="*/ 1217 h 2024"/>
                <a:gd name="T38" fmla="*/ 606 w 1030"/>
                <a:gd name="T39" fmla="*/ 1131 h 2024"/>
                <a:gd name="T40" fmla="*/ 685 w 1030"/>
                <a:gd name="T41" fmla="*/ 1053 h 2024"/>
                <a:gd name="T42" fmla="*/ 494 w 1030"/>
                <a:gd name="T43" fmla="*/ 1081 h 2024"/>
                <a:gd name="T44" fmla="*/ 98 w 1030"/>
                <a:gd name="T45" fmla="*/ 851 h 2024"/>
                <a:gd name="T46" fmla="*/ 435 w 1030"/>
                <a:gd name="T47" fmla="*/ 649 h 2024"/>
                <a:gd name="T48" fmla="*/ 176 w 1030"/>
                <a:gd name="T49" fmla="*/ 797 h 2024"/>
                <a:gd name="T50" fmla="*/ 482 w 1030"/>
                <a:gd name="T51" fmla="*/ 649 h 2024"/>
                <a:gd name="T52" fmla="*/ 557 w 1030"/>
                <a:gd name="T53" fmla="*/ 164 h 2024"/>
                <a:gd name="T54" fmla="*/ 647 w 1030"/>
                <a:gd name="T55" fmla="*/ 325 h 2024"/>
                <a:gd name="T56" fmla="*/ 481 w 1030"/>
                <a:gd name="T57" fmla="*/ 415 h 2024"/>
                <a:gd name="T58" fmla="*/ 637 w 1030"/>
                <a:gd name="T59" fmla="*/ 402 h 2024"/>
                <a:gd name="T60" fmla="*/ 646 w 1030"/>
                <a:gd name="T61" fmla="*/ 141 h 2024"/>
                <a:gd name="T62" fmla="*/ 904 w 1030"/>
                <a:gd name="T63" fmla="*/ 83 h 2024"/>
                <a:gd name="T64" fmla="*/ 984 w 1030"/>
                <a:gd name="T65" fmla="*/ 282 h 2024"/>
                <a:gd name="T66" fmla="*/ 819 w 1030"/>
                <a:gd name="T67" fmla="*/ 1535 h 2024"/>
                <a:gd name="T68" fmla="*/ 787 w 1030"/>
                <a:gd name="T69" fmla="*/ 1567 h 2024"/>
                <a:gd name="T70" fmla="*/ 859 w 1030"/>
                <a:gd name="T71" fmla="*/ 1334 h 2024"/>
                <a:gd name="T72" fmla="*/ 439 w 1030"/>
                <a:gd name="T73" fmla="*/ 1263 h 2024"/>
                <a:gd name="T74" fmla="*/ 407 w 1030"/>
                <a:gd name="T75" fmla="*/ 1295 h 2024"/>
                <a:gd name="T76" fmla="*/ 685 w 1030"/>
                <a:gd name="T77" fmla="*/ 1099 h 2024"/>
                <a:gd name="T78" fmla="*/ 653 w 1030"/>
                <a:gd name="T79" fmla="*/ 1131 h 2024"/>
                <a:gd name="T80" fmla="*/ 222 w 1030"/>
                <a:gd name="T81" fmla="*/ 797 h 2024"/>
                <a:gd name="T82" fmla="*/ 592 w 1030"/>
                <a:gd name="T83" fmla="*/ 415 h 2024"/>
                <a:gd name="T84" fmla="*/ 560 w 1030"/>
                <a:gd name="T85" fmla="*/ 383 h 2024"/>
                <a:gd name="T86" fmla="*/ 590 w 1030"/>
                <a:gd name="T87" fmla="*/ 404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0" h="2024">
                  <a:moveTo>
                    <a:pt x="974" y="87"/>
                  </a:moveTo>
                  <a:cubicBezTo>
                    <a:pt x="961" y="72"/>
                    <a:pt x="947" y="58"/>
                    <a:pt x="932" y="46"/>
                  </a:cubicBezTo>
                  <a:cubicBezTo>
                    <a:pt x="932" y="46"/>
                    <a:pt x="932" y="46"/>
                    <a:pt x="931" y="46"/>
                  </a:cubicBezTo>
                  <a:cubicBezTo>
                    <a:pt x="893" y="16"/>
                    <a:pt x="847" y="0"/>
                    <a:pt x="800" y="0"/>
                  </a:cubicBezTo>
                  <a:cubicBezTo>
                    <a:pt x="719" y="0"/>
                    <a:pt x="645" y="46"/>
                    <a:pt x="603" y="121"/>
                  </a:cubicBezTo>
                  <a:cubicBezTo>
                    <a:pt x="588" y="118"/>
                    <a:pt x="573" y="117"/>
                    <a:pt x="557" y="117"/>
                  </a:cubicBezTo>
                  <a:cubicBezTo>
                    <a:pt x="408" y="117"/>
                    <a:pt x="287" y="251"/>
                    <a:pt x="287" y="416"/>
                  </a:cubicBezTo>
                  <a:cubicBezTo>
                    <a:pt x="287" y="420"/>
                    <a:pt x="287" y="458"/>
                    <a:pt x="286" y="481"/>
                  </a:cubicBezTo>
                  <a:cubicBezTo>
                    <a:pt x="221" y="507"/>
                    <a:pt x="164" y="554"/>
                    <a:pt x="122" y="616"/>
                  </a:cubicBezTo>
                  <a:cubicBezTo>
                    <a:pt x="76" y="684"/>
                    <a:pt x="52" y="765"/>
                    <a:pt x="52" y="851"/>
                  </a:cubicBezTo>
                  <a:cubicBezTo>
                    <a:pt x="52" y="879"/>
                    <a:pt x="66" y="972"/>
                    <a:pt x="70" y="1004"/>
                  </a:cubicBezTo>
                  <a:cubicBezTo>
                    <a:pt x="25" y="1065"/>
                    <a:pt x="0" y="1142"/>
                    <a:pt x="0" y="1221"/>
                  </a:cubicBezTo>
                  <a:cubicBezTo>
                    <a:pt x="0" y="1364"/>
                    <a:pt x="79" y="1491"/>
                    <a:pt x="199" y="1541"/>
                  </a:cubicBezTo>
                  <a:cubicBezTo>
                    <a:pt x="203" y="1609"/>
                    <a:pt x="224" y="1673"/>
                    <a:pt x="260" y="1727"/>
                  </a:cubicBezTo>
                  <a:cubicBezTo>
                    <a:pt x="262" y="1731"/>
                    <a:pt x="264" y="1734"/>
                    <a:pt x="267" y="1738"/>
                  </a:cubicBezTo>
                  <a:cubicBezTo>
                    <a:pt x="290" y="1771"/>
                    <a:pt x="319" y="1799"/>
                    <a:pt x="351" y="1821"/>
                  </a:cubicBezTo>
                  <a:cubicBezTo>
                    <a:pt x="393" y="1851"/>
                    <a:pt x="442" y="1869"/>
                    <a:pt x="492" y="1875"/>
                  </a:cubicBezTo>
                  <a:cubicBezTo>
                    <a:pt x="522" y="1933"/>
                    <a:pt x="619" y="2024"/>
                    <a:pt x="759" y="2024"/>
                  </a:cubicBezTo>
                  <a:cubicBezTo>
                    <a:pt x="909" y="2024"/>
                    <a:pt x="1030" y="1890"/>
                    <a:pt x="1030" y="1724"/>
                  </a:cubicBezTo>
                  <a:cubicBezTo>
                    <a:pt x="1030" y="282"/>
                    <a:pt x="1030" y="282"/>
                    <a:pt x="1030" y="282"/>
                  </a:cubicBezTo>
                  <a:cubicBezTo>
                    <a:pt x="1030" y="226"/>
                    <a:pt x="1018" y="171"/>
                    <a:pt x="995" y="124"/>
                  </a:cubicBezTo>
                  <a:cubicBezTo>
                    <a:pt x="988" y="108"/>
                    <a:pt x="980" y="96"/>
                    <a:pt x="974" y="87"/>
                  </a:cubicBezTo>
                  <a:close/>
                  <a:moveTo>
                    <a:pt x="984" y="1724"/>
                  </a:moveTo>
                  <a:cubicBezTo>
                    <a:pt x="984" y="1864"/>
                    <a:pt x="883" y="1977"/>
                    <a:pt x="759" y="1977"/>
                  </a:cubicBezTo>
                  <a:cubicBezTo>
                    <a:pt x="621" y="1977"/>
                    <a:pt x="542" y="1878"/>
                    <a:pt x="531" y="1847"/>
                  </a:cubicBezTo>
                  <a:cubicBezTo>
                    <a:pt x="528" y="1831"/>
                    <a:pt x="515" y="1723"/>
                    <a:pt x="576" y="1653"/>
                  </a:cubicBezTo>
                  <a:cubicBezTo>
                    <a:pt x="612" y="1612"/>
                    <a:pt x="669" y="1591"/>
                    <a:pt x="744" y="1590"/>
                  </a:cubicBezTo>
                  <a:cubicBezTo>
                    <a:pt x="754" y="1622"/>
                    <a:pt x="784" y="1646"/>
                    <a:pt x="819" y="1646"/>
                  </a:cubicBezTo>
                  <a:cubicBezTo>
                    <a:pt x="863" y="1646"/>
                    <a:pt x="898" y="1610"/>
                    <a:pt x="898" y="1567"/>
                  </a:cubicBezTo>
                  <a:cubicBezTo>
                    <a:pt x="898" y="1524"/>
                    <a:pt x="863" y="1488"/>
                    <a:pt x="819" y="1488"/>
                  </a:cubicBezTo>
                  <a:cubicBezTo>
                    <a:pt x="784" y="1488"/>
                    <a:pt x="754" y="1512"/>
                    <a:pt x="744" y="1544"/>
                  </a:cubicBezTo>
                  <a:cubicBezTo>
                    <a:pt x="718" y="1544"/>
                    <a:pt x="693" y="1546"/>
                    <a:pt x="670" y="1551"/>
                  </a:cubicBezTo>
                  <a:cubicBezTo>
                    <a:pt x="663" y="1492"/>
                    <a:pt x="671" y="1446"/>
                    <a:pt x="696" y="1412"/>
                  </a:cubicBezTo>
                  <a:cubicBezTo>
                    <a:pt x="714" y="1386"/>
                    <a:pt x="739" y="1374"/>
                    <a:pt x="756" y="1367"/>
                  </a:cubicBezTo>
                  <a:cubicBezTo>
                    <a:pt x="769" y="1394"/>
                    <a:pt x="796" y="1413"/>
                    <a:pt x="827" y="1413"/>
                  </a:cubicBezTo>
                  <a:cubicBezTo>
                    <a:pt x="871" y="1413"/>
                    <a:pt x="906" y="1377"/>
                    <a:pt x="906" y="1334"/>
                  </a:cubicBezTo>
                  <a:cubicBezTo>
                    <a:pt x="906" y="1291"/>
                    <a:pt x="871" y="1255"/>
                    <a:pt x="827" y="1255"/>
                  </a:cubicBezTo>
                  <a:cubicBezTo>
                    <a:pt x="788" y="1255"/>
                    <a:pt x="756" y="1283"/>
                    <a:pt x="750" y="1320"/>
                  </a:cubicBezTo>
                  <a:cubicBezTo>
                    <a:pt x="727" y="1327"/>
                    <a:pt x="688" y="1344"/>
                    <a:pt x="658" y="1384"/>
                  </a:cubicBezTo>
                  <a:cubicBezTo>
                    <a:pt x="625" y="1429"/>
                    <a:pt x="614" y="1490"/>
                    <a:pt x="625" y="1564"/>
                  </a:cubicBezTo>
                  <a:cubicBezTo>
                    <a:pt x="591" y="1578"/>
                    <a:pt x="563" y="1597"/>
                    <a:pt x="540" y="1623"/>
                  </a:cubicBezTo>
                  <a:cubicBezTo>
                    <a:pt x="482" y="1690"/>
                    <a:pt x="479" y="1780"/>
                    <a:pt x="482" y="1826"/>
                  </a:cubicBezTo>
                  <a:cubicBezTo>
                    <a:pt x="445" y="1820"/>
                    <a:pt x="409" y="1805"/>
                    <a:pt x="377" y="1783"/>
                  </a:cubicBezTo>
                  <a:cubicBezTo>
                    <a:pt x="350" y="1764"/>
                    <a:pt x="326" y="1740"/>
                    <a:pt x="305" y="1711"/>
                  </a:cubicBezTo>
                  <a:cubicBezTo>
                    <a:pt x="303" y="1707"/>
                    <a:pt x="301" y="1704"/>
                    <a:pt x="299" y="1702"/>
                  </a:cubicBezTo>
                  <a:cubicBezTo>
                    <a:pt x="265" y="1650"/>
                    <a:pt x="247" y="1589"/>
                    <a:pt x="245" y="1525"/>
                  </a:cubicBezTo>
                  <a:cubicBezTo>
                    <a:pt x="245" y="1515"/>
                    <a:pt x="239" y="1507"/>
                    <a:pt x="230" y="1503"/>
                  </a:cubicBezTo>
                  <a:cubicBezTo>
                    <a:pt x="120" y="1464"/>
                    <a:pt x="47" y="1350"/>
                    <a:pt x="47" y="1221"/>
                  </a:cubicBezTo>
                  <a:cubicBezTo>
                    <a:pt x="47" y="1149"/>
                    <a:pt x="70" y="1079"/>
                    <a:pt x="113" y="1024"/>
                  </a:cubicBezTo>
                  <a:cubicBezTo>
                    <a:pt x="114" y="1024"/>
                    <a:pt x="114" y="1024"/>
                    <a:pt x="114" y="1023"/>
                  </a:cubicBezTo>
                  <a:cubicBezTo>
                    <a:pt x="153" y="993"/>
                    <a:pt x="202" y="977"/>
                    <a:pt x="251" y="977"/>
                  </a:cubicBezTo>
                  <a:cubicBezTo>
                    <a:pt x="339" y="977"/>
                    <a:pt x="418" y="1028"/>
                    <a:pt x="455" y="1107"/>
                  </a:cubicBezTo>
                  <a:cubicBezTo>
                    <a:pt x="422" y="1137"/>
                    <a:pt x="402" y="1180"/>
                    <a:pt x="402" y="1226"/>
                  </a:cubicBezTo>
                  <a:cubicBezTo>
                    <a:pt x="378" y="1239"/>
                    <a:pt x="361" y="1265"/>
                    <a:pt x="361" y="1295"/>
                  </a:cubicBezTo>
                  <a:cubicBezTo>
                    <a:pt x="361" y="1339"/>
                    <a:pt x="396" y="1374"/>
                    <a:pt x="439" y="1374"/>
                  </a:cubicBezTo>
                  <a:cubicBezTo>
                    <a:pt x="483" y="1374"/>
                    <a:pt x="518" y="1339"/>
                    <a:pt x="518" y="1295"/>
                  </a:cubicBezTo>
                  <a:cubicBezTo>
                    <a:pt x="518" y="1255"/>
                    <a:pt x="488" y="1222"/>
                    <a:pt x="449" y="1217"/>
                  </a:cubicBezTo>
                  <a:cubicBezTo>
                    <a:pt x="454" y="1163"/>
                    <a:pt x="497" y="1117"/>
                    <a:pt x="553" y="1112"/>
                  </a:cubicBezTo>
                  <a:cubicBezTo>
                    <a:pt x="572" y="1110"/>
                    <a:pt x="590" y="1113"/>
                    <a:pt x="607" y="1120"/>
                  </a:cubicBezTo>
                  <a:cubicBezTo>
                    <a:pt x="607" y="1123"/>
                    <a:pt x="606" y="1127"/>
                    <a:pt x="606" y="1131"/>
                  </a:cubicBezTo>
                  <a:cubicBezTo>
                    <a:pt x="606" y="1175"/>
                    <a:pt x="642" y="1210"/>
                    <a:pt x="685" y="1210"/>
                  </a:cubicBezTo>
                  <a:cubicBezTo>
                    <a:pt x="728" y="1210"/>
                    <a:pt x="764" y="1175"/>
                    <a:pt x="764" y="1131"/>
                  </a:cubicBezTo>
                  <a:cubicBezTo>
                    <a:pt x="764" y="1088"/>
                    <a:pt x="728" y="1053"/>
                    <a:pt x="685" y="1053"/>
                  </a:cubicBezTo>
                  <a:cubicBezTo>
                    <a:pt x="663" y="1053"/>
                    <a:pt x="642" y="1062"/>
                    <a:pt x="628" y="1077"/>
                  </a:cubicBezTo>
                  <a:cubicBezTo>
                    <a:pt x="603" y="1067"/>
                    <a:pt x="576" y="1063"/>
                    <a:pt x="548" y="1065"/>
                  </a:cubicBezTo>
                  <a:cubicBezTo>
                    <a:pt x="529" y="1067"/>
                    <a:pt x="510" y="1073"/>
                    <a:pt x="494" y="1081"/>
                  </a:cubicBezTo>
                  <a:cubicBezTo>
                    <a:pt x="448" y="989"/>
                    <a:pt x="354" y="930"/>
                    <a:pt x="251" y="930"/>
                  </a:cubicBezTo>
                  <a:cubicBezTo>
                    <a:pt x="202" y="930"/>
                    <a:pt x="154" y="943"/>
                    <a:pt x="112" y="968"/>
                  </a:cubicBezTo>
                  <a:cubicBezTo>
                    <a:pt x="106" y="925"/>
                    <a:pt x="98" y="869"/>
                    <a:pt x="98" y="851"/>
                  </a:cubicBezTo>
                  <a:cubicBezTo>
                    <a:pt x="98" y="701"/>
                    <a:pt x="182" y="571"/>
                    <a:pt x="306" y="523"/>
                  </a:cubicBezTo>
                  <a:cubicBezTo>
                    <a:pt x="307" y="523"/>
                    <a:pt x="308" y="523"/>
                    <a:pt x="310" y="523"/>
                  </a:cubicBezTo>
                  <a:cubicBezTo>
                    <a:pt x="379" y="523"/>
                    <a:pt x="435" y="579"/>
                    <a:pt x="435" y="649"/>
                  </a:cubicBezTo>
                  <a:cubicBezTo>
                    <a:pt x="435" y="711"/>
                    <a:pt x="389" y="763"/>
                    <a:pt x="329" y="773"/>
                  </a:cubicBezTo>
                  <a:cubicBezTo>
                    <a:pt x="318" y="741"/>
                    <a:pt x="289" y="719"/>
                    <a:pt x="254" y="719"/>
                  </a:cubicBezTo>
                  <a:cubicBezTo>
                    <a:pt x="211" y="719"/>
                    <a:pt x="176" y="754"/>
                    <a:pt x="176" y="797"/>
                  </a:cubicBezTo>
                  <a:cubicBezTo>
                    <a:pt x="176" y="841"/>
                    <a:pt x="211" y="876"/>
                    <a:pt x="254" y="876"/>
                  </a:cubicBezTo>
                  <a:cubicBezTo>
                    <a:pt x="290" y="876"/>
                    <a:pt x="320" y="852"/>
                    <a:pt x="330" y="820"/>
                  </a:cubicBezTo>
                  <a:cubicBezTo>
                    <a:pt x="415" y="810"/>
                    <a:pt x="482" y="737"/>
                    <a:pt x="482" y="649"/>
                  </a:cubicBezTo>
                  <a:cubicBezTo>
                    <a:pt x="482" y="562"/>
                    <a:pt x="417" y="490"/>
                    <a:pt x="333" y="478"/>
                  </a:cubicBezTo>
                  <a:cubicBezTo>
                    <a:pt x="333" y="455"/>
                    <a:pt x="334" y="420"/>
                    <a:pt x="334" y="416"/>
                  </a:cubicBezTo>
                  <a:cubicBezTo>
                    <a:pt x="334" y="277"/>
                    <a:pt x="434" y="164"/>
                    <a:pt x="557" y="164"/>
                  </a:cubicBezTo>
                  <a:cubicBezTo>
                    <a:pt x="573" y="164"/>
                    <a:pt x="590" y="166"/>
                    <a:pt x="606" y="170"/>
                  </a:cubicBezTo>
                  <a:cubicBezTo>
                    <a:pt x="631" y="185"/>
                    <a:pt x="649" y="209"/>
                    <a:pt x="657" y="237"/>
                  </a:cubicBezTo>
                  <a:cubicBezTo>
                    <a:pt x="666" y="267"/>
                    <a:pt x="662" y="298"/>
                    <a:pt x="647" y="325"/>
                  </a:cubicBezTo>
                  <a:cubicBezTo>
                    <a:pt x="639" y="339"/>
                    <a:pt x="629" y="351"/>
                    <a:pt x="616" y="360"/>
                  </a:cubicBezTo>
                  <a:cubicBezTo>
                    <a:pt x="602" y="346"/>
                    <a:pt x="582" y="337"/>
                    <a:pt x="560" y="337"/>
                  </a:cubicBezTo>
                  <a:cubicBezTo>
                    <a:pt x="517" y="337"/>
                    <a:pt x="481" y="372"/>
                    <a:pt x="481" y="415"/>
                  </a:cubicBezTo>
                  <a:cubicBezTo>
                    <a:pt x="481" y="459"/>
                    <a:pt x="517" y="494"/>
                    <a:pt x="560" y="494"/>
                  </a:cubicBezTo>
                  <a:cubicBezTo>
                    <a:pt x="603" y="494"/>
                    <a:pt x="639" y="459"/>
                    <a:pt x="639" y="415"/>
                  </a:cubicBezTo>
                  <a:cubicBezTo>
                    <a:pt x="639" y="411"/>
                    <a:pt x="638" y="407"/>
                    <a:pt x="637" y="402"/>
                  </a:cubicBezTo>
                  <a:cubicBezTo>
                    <a:pt x="658" y="388"/>
                    <a:pt x="675" y="370"/>
                    <a:pt x="688" y="347"/>
                  </a:cubicBezTo>
                  <a:cubicBezTo>
                    <a:pt x="709" y="310"/>
                    <a:pt x="714" y="266"/>
                    <a:pt x="702" y="224"/>
                  </a:cubicBezTo>
                  <a:cubicBezTo>
                    <a:pt x="693" y="191"/>
                    <a:pt x="673" y="162"/>
                    <a:pt x="646" y="141"/>
                  </a:cubicBezTo>
                  <a:cubicBezTo>
                    <a:pt x="680" y="82"/>
                    <a:pt x="737" y="47"/>
                    <a:pt x="800" y="47"/>
                  </a:cubicBezTo>
                  <a:cubicBezTo>
                    <a:pt x="837" y="47"/>
                    <a:pt x="872" y="59"/>
                    <a:pt x="903" y="83"/>
                  </a:cubicBezTo>
                  <a:cubicBezTo>
                    <a:pt x="903" y="83"/>
                    <a:pt x="904" y="83"/>
                    <a:pt x="904" y="83"/>
                  </a:cubicBezTo>
                  <a:cubicBezTo>
                    <a:pt x="916" y="93"/>
                    <a:pt x="927" y="104"/>
                    <a:pt x="937" y="116"/>
                  </a:cubicBezTo>
                  <a:cubicBezTo>
                    <a:pt x="940" y="120"/>
                    <a:pt x="946" y="129"/>
                    <a:pt x="953" y="144"/>
                  </a:cubicBezTo>
                  <a:cubicBezTo>
                    <a:pt x="973" y="185"/>
                    <a:pt x="984" y="233"/>
                    <a:pt x="984" y="282"/>
                  </a:cubicBezTo>
                  <a:lnTo>
                    <a:pt x="984" y="1724"/>
                  </a:lnTo>
                  <a:close/>
                  <a:moveTo>
                    <a:pt x="787" y="1567"/>
                  </a:moveTo>
                  <a:cubicBezTo>
                    <a:pt x="787" y="1549"/>
                    <a:pt x="802" y="1535"/>
                    <a:pt x="819" y="1535"/>
                  </a:cubicBezTo>
                  <a:cubicBezTo>
                    <a:pt x="837" y="1535"/>
                    <a:pt x="851" y="1549"/>
                    <a:pt x="851" y="1567"/>
                  </a:cubicBezTo>
                  <a:cubicBezTo>
                    <a:pt x="851" y="1585"/>
                    <a:pt x="837" y="1599"/>
                    <a:pt x="819" y="1599"/>
                  </a:cubicBezTo>
                  <a:cubicBezTo>
                    <a:pt x="802" y="1599"/>
                    <a:pt x="787" y="1585"/>
                    <a:pt x="787" y="1567"/>
                  </a:cubicBezTo>
                  <a:close/>
                  <a:moveTo>
                    <a:pt x="795" y="1334"/>
                  </a:moveTo>
                  <a:cubicBezTo>
                    <a:pt x="795" y="1316"/>
                    <a:pt x="810" y="1302"/>
                    <a:pt x="827" y="1302"/>
                  </a:cubicBezTo>
                  <a:cubicBezTo>
                    <a:pt x="845" y="1302"/>
                    <a:pt x="859" y="1316"/>
                    <a:pt x="859" y="1334"/>
                  </a:cubicBezTo>
                  <a:cubicBezTo>
                    <a:pt x="859" y="1352"/>
                    <a:pt x="845" y="1366"/>
                    <a:pt x="827" y="1366"/>
                  </a:cubicBezTo>
                  <a:cubicBezTo>
                    <a:pt x="810" y="1366"/>
                    <a:pt x="795" y="1352"/>
                    <a:pt x="795" y="1334"/>
                  </a:cubicBezTo>
                  <a:close/>
                  <a:moveTo>
                    <a:pt x="439" y="1263"/>
                  </a:moveTo>
                  <a:cubicBezTo>
                    <a:pt x="457" y="1263"/>
                    <a:pt x="471" y="1278"/>
                    <a:pt x="471" y="1295"/>
                  </a:cubicBezTo>
                  <a:cubicBezTo>
                    <a:pt x="471" y="1313"/>
                    <a:pt x="457" y="1327"/>
                    <a:pt x="439" y="1327"/>
                  </a:cubicBezTo>
                  <a:cubicBezTo>
                    <a:pt x="422" y="1327"/>
                    <a:pt x="407" y="1313"/>
                    <a:pt x="407" y="1295"/>
                  </a:cubicBezTo>
                  <a:cubicBezTo>
                    <a:pt x="407" y="1278"/>
                    <a:pt x="422" y="1263"/>
                    <a:pt x="439" y="1263"/>
                  </a:cubicBezTo>
                  <a:close/>
                  <a:moveTo>
                    <a:pt x="653" y="1131"/>
                  </a:moveTo>
                  <a:cubicBezTo>
                    <a:pt x="653" y="1114"/>
                    <a:pt x="667" y="1099"/>
                    <a:pt x="685" y="1099"/>
                  </a:cubicBezTo>
                  <a:cubicBezTo>
                    <a:pt x="703" y="1099"/>
                    <a:pt x="717" y="1114"/>
                    <a:pt x="717" y="1131"/>
                  </a:cubicBezTo>
                  <a:cubicBezTo>
                    <a:pt x="717" y="1149"/>
                    <a:pt x="703" y="1163"/>
                    <a:pt x="685" y="1163"/>
                  </a:cubicBezTo>
                  <a:cubicBezTo>
                    <a:pt x="667" y="1163"/>
                    <a:pt x="653" y="1149"/>
                    <a:pt x="653" y="1131"/>
                  </a:cubicBezTo>
                  <a:close/>
                  <a:moveTo>
                    <a:pt x="286" y="797"/>
                  </a:moveTo>
                  <a:cubicBezTo>
                    <a:pt x="286" y="815"/>
                    <a:pt x="272" y="829"/>
                    <a:pt x="254" y="829"/>
                  </a:cubicBezTo>
                  <a:cubicBezTo>
                    <a:pt x="237" y="829"/>
                    <a:pt x="222" y="815"/>
                    <a:pt x="222" y="797"/>
                  </a:cubicBezTo>
                  <a:cubicBezTo>
                    <a:pt x="222" y="780"/>
                    <a:pt x="237" y="765"/>
                    <a:pt x="254" y="765"/>
                  </a:cubicBezTo>
                  <a:cubicBezTo>
                    <a:pt x="272" y="765"/>
                    <a:pt x="286" y="780"/>
                    <a:pt x="286" y="797"/>
                  </a:cubicBezTo>
                  <a:close/>
                  <a:moveTo>
                    <a:pt x="592" y="415"/>
                  </a:moveTo>
                  <a:cubicBezTo>
                    <a:pt x="592" y="433"/>
                    <a:pt x="578" y="447"/>
                    <a:pt x="560" y="447"/>
                  </a:cubicBezTo>
                  <a:cubicBezTo>
                    <a:pt x="542" y="447"/>
                    <a:pt x="528" y="433"/>
                    <a:pt x="528" y="415"/>
                  </a:cubicBezTo>
                  <a:cubicBezTo>
                    <a:pt x="528" y="398"/>
                    <a:pt x="542" y="383"/>
                    <a:pt x="560" y="383"/>
                  </a:cubicBezTo>
                  <a:cubicBezTo>
                    <a:pt x="572" y="383"/>
                    <a:pt x="582" y="390"/>
                    <a:pt x="588" y="400"/>
                  </a:cubicBezTo>
                  <a:cubicBezTo>
                    <a:pt x="588" y="401"/>
                    <a:pt x="588" y="402"/>
                    <a:pt x="589" y="402"/>
                  </a:cubicBezTo>
                  <a:cubicBezTo>
                    <a:pt x="589" y="403"/>
                    <a:pt x="589" y="403"/>
                    <a:pt x="590" y="404"/>
                  </a:cubicBezTo>
                  <a:cubicBezTo>
                    <a:pt x="591" y="407"/>
                    <a:pt x="592" y="411"/>
                    <a:pt x="592" y="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Freeform 148">
              <a:extLst>
                <a:ext uri="{FF2B5EF4-FFF2-40B4-BE49-F238E27FC236}">
                  <a16:creationId xmlns:a16="http://schemas.microsoft.com/office/drawing/2014/main" id="{DD2D2B5A-F772-49AA-A5C5-EFE4374E15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12357" y="5301339"/>
              <a:ext cx="134937" cy="227012"/>
            </a:xfrm>
            <a:custGeom>
              <a:avLst/>
              <a:gdLst>
                <a:gd name="T0" fmla="*/ 251 w 330"/>
                <a:gd name="T1" fmla="*/ 0 h 556"/>
                <a:gd name="T2" fmla="*/ 175 w 330"/>
                <a:gd name="T3" fmla="*/ 60 h 556"/>
                <a:gd name="T4" fmla="*/ 0 w 330"/>
                <a:gd name="T5" fmla="*/ 290 h 556"/>
                <a:gd name="T6" fmla="*/ 54 w 330"/>
                <a:gd name="T7" fmla="*/ 442 h 556"/>
                <a:gd name="T8" fmla="*/ 46 w 330"/>
                <a:gd name="T9" fmla="*/ 477 h 556"/>
                <a:gd name="T10" fmla="*/ 125 w 330"/>
                <a:gd name="T11" fmla="*/ 556 h 556"/>
                <a:gd name="T12" fmla="*/ 203 w 330"/>
                <a:gd name="T13" fmla="*/ 477 h 556"/>
                <a:gd name="T14" fmla="*/ 125 w 330"/>
                <a:gd name="T15" fmla="*/ 398 h 556"/>
                <a:gd name="T16" fmla="*/ 87 w 330"/>
                <a:gd name="T17" fmla="*/ 408 h 556"/>
                <a:gd name="T18" fmla="*/ 47 w 330"/>
                <a:gd name="T19" fmla="*/ 290 h 556"/>
                <a:gd name="T20" fmla="*/ 178 w 330"/>
                <a:gd name="T21" fmla="*/ 108 h 556"/>
                <a:gd name="T22" fmla="*/ 251 w 330"/>
                <a:gd name="T23" fmla="*/ 158 h 556"/>
                <a:gd name="T24" fmla="*/ 330 w 330"/>
                <a:gd name="T25" fmla="*/ 79 h 556"/>
                <a:gd name="T26" fmla="*/ 251 w 330"/>
                <a:gd name="T27" fmla="*/ 0 h 556"/>
                <a:gd name="T28" fmla="*/ 157 w 330"/>
                <a:gd name="T29" fmla="*/ 477 h 556"/>
                <a:gd name="T30" fmla="*/ 125 w 330"/>
                <a:gd name="T31" fmla="*/ 509 h 556"/>
                <a:gd name="T32" fmla="*/ 93 w 330"/>
                <a:gd name="T33" fmla="*/ 477 h 556"/>
                <a:gd name="T34" fmla="*/ 125 w 330"/>
                <a:gd name="T35" fmla="*/ 445 h 556"/>
                <a:gd name="T36" fmla="*/ 157 w 330"/>
                <a:gd name="T37" fmla="*/ 477 h 556"/>
                <a:gd name="T38" fmla="*/ 251 w 330"/>
                <a:gd name="T39" fmla="*/ 111 h 556"/>
                <a:gd name="T40" fmla="*/ 219 w 330"/>
                <a:gd name="T41" fmla="*/ 79 h 556"/>
                <a:gd name="T42" fmla="*/ 219 w 330"/>
                <a:gd name="T43" fmla="*/ 79 h 556"/>
                <a:gd name="T44" fmla="*/ 251 w 330"/>
                <a:gd name="T45" fmla="*/ 47 h 556"/>
                <a:gd name="T46" fmla="*/ 283 w 330"/>
                <a:gd name="T47" fmla="*/ 79 h 556"/>
                <a:gd name="T48" fmla="*/ 251 w 330"/>
                <a:gd name="T49" fmla="*/ 111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30" h="556">
                  <a:moveTo>
                    <a:pt x="251" y="0"/>
                  </a:moveTo>
                  <a:cubicBezTo>
                    <a:pt x="214" y="0"/>
                    <a:pt x="183" y="26"/>
                    <a:pt x="175" y="60"/>
                  </a:cubicBezTo>
                  <a:cubicBezTo>
                    <a:pt x="73" y="89"/>
                    <a:pt x="0" y="183"/>
                    <a:pt x="0" y="290"/>
                  </a:cubicBezTo>
                  <a:cubicBezTo>
                    <a:pt x="0" y="346"/>
                    <a:pt x="19" y="399"/>
                    <a:pt x="54" y="442"/>
                  </a:cubicBezTo>
                  <a:cubicBezTo>
                    <a:pt x="49" y="452"/>
                    <a:pt x="46" y="464"/>
                    <a:pt x="46" y="477"/>
                  </a:cubicBezTo>
                  <a:cubicBezTo>
                    <a:pt x="46" y="520"/>
                    <a:pt x="81" y="556"/>
                    <a:pt x="125" y="556"/>
                  </a:cubicBezTo>
                  <a:cubicBezTo>
                    <a:pt x="168" y="556"/>
                    <a:pt x="203" y="520"/>
                    <a:pt x="203" y="477"/>
                  </a:cubicBezTo>
                  <a:cubicBezTo>
                    <a:pt x="203" y="434"/>
                    <a:pt x="168" y="398"/>
                    <a:pt x="125" y="398"/>
                  </a:cubicBezTo>
                  <a:cubicBezTo>
                    <a:pt x="111" y="398"/>
                    <a:pt x="98" y="402"/>
                    <a:pt x="87" y="408"/>
                  </a:cubicBezTo>
                  <a:cubicBezTo>
                    <a:pt x="61" y="374"/>
                    <a:pt x="47" y="333"/>
                    <a:pt x="47" y="290"/>
                  </a:cubicBezTo>
                  <a:cubicBezTo>
                    <a:pt x="47" y="207"/>
                    <a:pt x="101" y="134"/>
                    <a:pt x="178" y="108"/>
                  </a:cubicBezTo>
                  <a:cubicBezTo>
                    <a:pt x="190" y="137"/>
                    <a:pt x="218" y="158"/>
                    <a:pt x="251" y="158"/>
                  </a:cubicBezTo>
                  <a:cubicBezTo>
                    <a:pt x="295" y="158"/>
                    <a:pt x="330" y="122"/>
                    <a:pt x="330" y="79"/>
                  </a:cubicBezTo>
                  <a:cubicBezTo>
                    <a:pt x="330" y="35"/>
                    <a:pt x="295" y="0"/>
                    <a:pt x="251" y="0"/>
                  </a:cubicBezTo>
                  <a:close/>
                  <a:moveTo>
                    <a:pt x="157" y="477"/>
                  </a:moveTo>
                  <a:cubicBezTo>
                    <a:pt x="157" y="495"/>
                    <a:pt x="142" y="509"/>
                    <a:pt x="125" y="509"/>
                  </a:cubicBezTo>
                  <a:cubicBezTo>
                    <a:pt x="107" y="509"/>
                    <a:pt x="93" y="495"/>
                    <a:pt x="93" y="477"/>
                  </a:cubicBezTo>
                  <a:cubicBezTo>
                    <a:pt x="93" y="459"/>
                    <a:pt x="107" y="445"/>
                    <a:pt x="125" y="445"/>
                  </a:cubicBezTo>
                  <a:cubicBezTo>
                    <a:pt x="142" y="445"/>
                    <a:pt x="157" y="459"/>
                    <a:pt x="157" y="477"/>
                  </a:cubicBezTo>
                  <a:close/>
                  <a:moveTo>
                    <a:pt x="251" y="111"/>
                  </a:moveTo>
                  <a:cubicBezTo>
                    <a:pt x="234" y="111"/>
                    <a:pt x="219" y="97"/>
                    <a:pt x="219" y="79"/>
                  </a:cubicBezTo>
                  <a:cubicBezTo>
                    <a:pt x="219" y="79"/>
                    <a:pt x="219" y="79"/>
                    <a:pt x="219" y="79"/>
                  </a:cubicBezTo>
                  <a:cubicBezTo>
                    <a:pt x="219" y="61"/>
                    <a:pt x="234" y="47"/>
                    <a:pt x="251" y="47"/>
                  </a:cubicBezTo>
                  <a:cubicBezTo>
                    <a:pt x="269" y="47"/>
                    <a:pt x="283" y="61"/>
                    <a:pt x="283" y="79"/>
                  </a:cubicBezTo>
                  <a:cubicBezTo>
                    <a:pt x="283" y="96"/>
                    <a:pt x="269" y="111"/>
                    <a:pt x="251" y="1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Freeform 149">
              <a:extLst>
                <a:ext uri="{FF2B5EF4-FFF2-40B4-BE49-F238E27FC236}">
                  <a16:creationId xmlns:a16="http://schemas.microsoft.com/office/drawing/2014/main" id="{ABDD5A9C-BDEA-4F5A-A175-6483D3EC02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89363" y="5129492"/>
              <a:ext cx="420687" cy="826293"/>
            </a:xfrm>
            <a:custGeom>
              <a:avLst/>
              <a:gdLst>
                <a:gd name="T0" fmla="*/ 908 w 1030"/>
                <a:gd name="T1" fmla="*/ 616 h 2024"/>
                <a:gd name="T2" fmla="*/ 473 w 1030"/>
                <a:gd name="T3" fmla="*/ 117 h 2024"/>
                <a:gd name="T4" fmla="*/ 99 w 1030"/>
                <a:gd name="T5" fmla="*/ 46 h 2024"/>
                <a:gd name="T6" fmla="*/ 35 w 1030"/>
                <a:gd name="T7" fmla="*/ 124 h 2024"/>
                <a:gd name="T8" fmla="*/ 271 w 1030"/>
                <a:gd name="T9" fmla="*/ 2024 h 2024"/>
                <a:gd name="T10" fmla="*/ 763 w 1030"/>
                <a:gd name="T11" fmla="*/ 1738 h 2024"/>
                <a:gd name="T12" fmla="*/ 1030 w 1030"/>
                <a:gd name="T13" fmla="*/ 1221 h 2024"/>
                <a:gd name="T14" fmla="*/ 785 w 1030"/>
                <a:gd name="T15" fmla="*/ 1525 h 2024"/>
                <a:gd name="T16" fmla="*/ 653 w 1030"/>
                <a:gd name="T17" fmla="*/ 1783 h 2024"/>
                <a:gd name="T18" fmla="*/ 405 w 1030"/>
                <a:gd name="T19" fmla="*/ 1564 h 2024"/>
                <a:gd name="T20" fmla="*/ 203 w 1030"/>
                <a:gd name="T21" fmla="*/ 1255 h 2024"/>
                <a:gd name="T22" fmla="*/ 274 w 1030"/>
                <a:gd name="T23" fmla="*/ 1367 h 2024"/>
                <a:gd name="T24" fmla="*/ 286 w 1030"/>
                <a:gd name="T25" fmla="*/ 1544 h 2024"/>
                <a:gd name="T26" fmla="*/ 211 w 1030"/>
                <a:gd name="T27" fmla="*/ 1646 h 2024"/>
                <a:gd name="T28" fmla="*/ 499 w 1030"/>
                <a:gd name="T29" fmla="*/ 1847 h 2024"/>
                <a:gd name="T30" fmla="*/ 46 w 1030"/>
                <a:gd name="T31" fmla="*/ 282 h 2024"/>
                <a:gd name="T32" fmla="*/ 126 w 1030"/>
                <a:gd name="T33" fmla="*/ 83 h 2024"/>
                <a:gd name="T34" fmla="*/ 384 w 1030"/>
                <a:gd name="T35" fmla="*/ 141 h 2024"/>
                <a:gd name="T36" fmla="*/ 393 w 1030"/>
                <a:gd name="T37" fmla="*/ 402 h 2024"/>
                <a:gd name="T38" fmla="*/ 549 w 1030"/>
                <a:gd name="T39" fmla="*/ 415 h 2024"/>
                <a:gd name="T40" fmla="*/ 383 w 1030"/>
                <a:gd name="T41" fmla="*/ 325 h 2024"/>
                <a:gd name="T42" fmla="*/ 473 w 1030"/>
                <a:gd name="T43" fmla="*/ 164 h 2024"/>
                <a:gd name="T44" fmla="*/ 548 w 1030"/>
                <a:gd name="T45" fmla="*/ 649 h 2024"/>
                <a:gd name="T46" fmla="*/ 854 w 1030"/>
                <a:gd name="T47" fmla="*/ 797 h 2024"/>
                <a:gd name="T48" fmla="*/ 595 w 1030"/>
                <a:gd name="T49" fmla="*/ 649 h 2024"/>
                <a:gd name="T50" fmla="*/ 932 w 1030"/>
                <a:gd name="T51" fmla="*/ 851 h 2024"/>
                <a:gd name="T52" fmla="*/ 536 w 1030"/>
                <a:gd name="T53" fmla="*/ 1081 h 2024"/>
                <a:gd name="T54" fmla="*/ 345 w 1030"/>
                <a:gd name="T55" fmla="*/ 1053 h 2024"/>
                <a:gd name="T56" fmla="*/ 424 w 1030"/>
                <a:gd name="T57" fmla="*/ 1131 h 2024"/>
                <a:gd name="T58" fmla="*/ 581 w 1030"/>
                <a:gd name="T59" fmla="*/ 1217 h 2024"/>
                <a:gd name="T60" fmla="*/ 669 w 1030"/>
                <a:gd name="T61" fmla="*/ 1295 h 2024"/>
                <a:gd name="T62" fmla="*/ 779 w 1030"/>
                <a:gd name="T63" fmla="*/ 977 h 2024"/>
                <a:gd name="T64" fmla="*/ 983 w 1030"/>
                <a:gd name="T65" fmla="*/ 1221 h 2024"/>
                <a:gd name="T66" fmla="*/ 203 w 1030"/>
                <a:gd name="T67" fmla="*/ 1366 h 2024"/>
                <a:gd name="T68" fmla="*/ 235 w 1030"/>
                <a:gd name="T69" fmla="*/ 1334 h 2024"/>
                <a:gd name="T70" fmla="*/ 179 w 1030"/>
                <a:gd name="T71" fmla="*/ 1567 h 2024"/>
                <a:gd name="T72" fmla="*/ 440 w 1030"/>
                <a:gd name="T73" fmla="*/ 404 h 2024"/>
                <a:gd name="T74" fmla="*/ 470 w 1030"/>
                <a:gd name="T75" fmla="*/ 383 h 2024"/>
                <a:gd name="T76" fmla="*/ 438 w 1030"/>
                <a:gd name="T77" fmla="*/ 415 h 2024"/>
                <a:gd name="T78" fmla="*/ 776 w 1030"/>
                <a:gd name="T79" fmla="*/ 765 h 2024"/>
                <a:gd name="T80" fmla="*/ 744 w 1030"/>
                <a:gd name="T81" fmla="*/ 797 h 2024"/>
                <a:gd name="T82" fmla="*/ 313 w 1030"/>
                <a:gd name="T83" fmla="*/ 1131 h 2024"/>
                <a:gd name="T84" fmla="*/ 591 w 1030"/>
                <a:gd name="T85" fmla="*/ 1263 h 2024"/>
                <a:gd name="T86" fmla="*/ 559 w 1030"/>
                <a:gd name="T87" fmla="*/ 1295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0" h="2024">
                  <a:moveTo>
                    <a:pt x="960" y="1004"/>
                  </a:moveTo>
                  <a:cubicBezTo>
                    <a:pt x="964" y="972"/>
                    <a:pt x="978" y="879"/>
                    <a:pt x="978" y="851"/>
                  </a:cubicBezTo>
                  <a:cubicBezTo>
                    <a:pt x="978" y="765"/>
                    <a:pt x="954" y="684"/>
                    <a:pt x="908" y="616"/>
                  </a:cubicBezTo>
                  <a:cubicBezTo>
                    <a:pt x="866" y="554"/>
                    <a:pt x="809" y="507"/>
                    <a:pt x="744" y="481"/>
                  </a:cubicBezTo>
                  <a:cubicBezTo>
                    <a:pt x="743" y="458"/>
                    <a:pt x="743" y="420"/>
                    <a:pt x="743" y="416"/>
                  </a:cubicBezTo>
                  <a:cubicBezTo>
                    <a:pt x="743" y="251"/>
                    <a:pt x="622" y="117"/>
                    <a:pt x="473" y="117"/>
                  </a:cubicBezTo>
                  <a:cubicBezTo>
                    <a:pt x="457" y="117"/>
                    <a:pt x="442" y="118"/>
                    <a:pt x="427" y="121"/>
                  </a:cubicBezTo>
                  <a:cubicBezTo>
                    <a:pt x="385" y="46"/>
                    <a:pt x="311" y="0"/>
                    <a:pt x="230" y="0"/>
                  </a:cubicBezTo>
                  <a:cubicBezTo>
                    <a:pt x="183" y="0"/>
                    <a:pt x="138" y="16"/>
                    <a:pt x="99" y="46"/>
                  </a:cubicBezTo>
                  <a:cubicBezTo>
                    <a:pt x="98" y="46"/>
                    <a:pt x="98" y="46"/>
                    <a:pt x="98" y="46"/>
                  </a:cubicBezTo>
                  <a:cubicBezTo>
                    <a:pt x="83" y="58"/>
                    <a:pt x="69" y="72"/>
                    <a:pt x="56" y="87"/>
                  </a:cubicBezTo>
                  <a:cubicBezTo>
                    <a:pt x="50" y="96"/>
                    <a:pt x="42" y="108"/>
                    <a:pt x="35" y="124"/>
                  </a:cubicBezTo>
                  <a:cubicBezTo>
                    <a:pt x="12" y="171"/>
                    <a:pt x="0" y="226"/>
                    <a:pt x="0" y="282"/>
                  </a:cubicBezTo>
                  <a:cubicBezTo>
                    <a:pt x="0" y="1724"/>
                    <a:pt x="0" y="1724"/>
                    <a:pt x="0" y="1724"/>
                  </a:cubicBezTo>
                  <a:cubicBezTo>
                    <a:pt x="0" y="1890"/>
                    <a:pt x="121" y="2024"/>
                    <a:pt x="271" y="2024"/>
                  </a:cubicBezTo>
                  <a:cubicBezTo>
                    <a:pt x="411" y="2024"/>
                    <a:pt x="508" y="1933"/>
                    <a:pt x="538" y="1875"/>
                  </a:cubicBezTo>
                  <a:cubicBezTo>
                    <a:pt x="588" y="1869"/>
                    <a:pt x="637" y="1851"/>
                    <a:pt x="679" y="1821"/>
                  </a:cubicBezTo>
                  <a:cubicBezTo>
                    <a:pt x="711" y="1799"/>
                    <a:pt x="740" y="1771"/>
                    <a:pt x="763" y="1738"/>
                  </a:cubicBezTo>
                  <a:cubicBezTo>
                    <a:pt x="766" y="1734"/>
                    <a:pt x="768" y="1731"/>
                    <a:pt x="770" y="1727"/>
                  </a:cubicBezTo>
                  <a:cubicBezTo>
                    <a:pt x="806" y="1673"/>
                    <a:pt x="827" y="1609"/>
                    <a:pt x="831" y="1541"/>
                  </a:cubicBezTo>
                  <a:cubicBezTo>
                    <a:pt x="951" y="1491"/>
                    <a:pt x="1030" y="1364"/>
                    <a:pt x="1030" y="1221"/>
                  </a:cubicBezTo>
                  <a:cubicBezTo>
                    <a:pt x="1030" y="1142"/>
                    <a:pt x="1005" y="1065"/>
                    <a:pt x="960" y="1004"/>
                  </a:cubicBezTo>
                  <a:close/>
                  <a:moveTo>
                    <a:pt x="800" y="1503"/>
                  </a:moveTo>
                  <a:cubicBezTo>
                    <a:pt x="791" y="1507"/>
                    <a:pt x="785" y="1515"/>
                    <a:pt x="785" y="1525"/>
                  </a:cubicBezTo>
                  <a:cubicBezTo>
                    <a:pt x="783" y="1589"/>
                    <a:pt x="765" y="1650"/>
                    <a:pt x="731" y="1702"/>
                  </a:cubicBezTo>
                  <a:cubicBezTo>
                    <a:pt x="729" y="1704"/>
                    <a:pt x="727" y="1707"/>
                    <a:pt x="725" y="1711"/>
                  </a:cubicBezTo>
                  <a:cubicBezTo>
                    <a:pt x="704" y="1740"/>
                    <a:pt x="680" y="1764"/>
                    <a:pt x="653" y="1783"/>
                  </a:cubicBezTo>
                  <a:cubicBezTo>
                    <a:pt x="621" y="1805"/>
                    <a:pt x="585" y="1820"/>
                    <a:pt x="548" y="1826"/>
                  </a:cubicBezTo>
                  <a:cubicBezTo>
                    <a:pt x="551" y="1780"/>
                    <a:pt x="548" y="1690"/>
                    <a:pt x="490" y="1623"/>
                  </a:cubicBezTo>
                  <a:cubicBezTo>
                    <a:pt x="467" y="1597"/>
                    <a:pt x="439" y="1578"/>
                    <a:pt x="405" y="1564"/>
                  </a:cubicBezTo>
                  <a:cubicBezTo>
                    <a:pt x="416" y="1490"/>
                    <a:pt x="405" y="1429"/>
                    <a:pt x="372" y="1384"/>
                  </a:cubicBezTo>
                  <a:cubicBezTo>
                    <a:pt x="342" y="1344"/>
                    <a:pt x="303" y="1327"/>
                    <a:pt x="280" y="1320"/>
                  </a:cubicBezTo>
                  <a:cubicBezTo>
                    <a:pt x="274" y="1283"/>
                    <a:pt x="242" y="1255"/>
                    <a:pt x="203" y="1255"/>
                  </a:cubicBezTo>
                  <a:cubicBezTo>
                    <a:pt x="159" y="1255"/>
                    <a:pt x="124" y="1291"/>
                    <a:pt x="124" y="1334"/>
                  </a:cubicBezTo>
                  <a:cubicBezTo>
                    <a:pt x="124" y="1377"/>
                    <a:pt x="159" y="1413"/>
                    <a:pt x="203" y="1413"/>
                  </a:cubicBezTo>
                  <a:cubicBezTo>
                    <a:pt x="234" y="1413"/>
                    <a:pt x="261" y="1394"/>
                    <a:pt x="274" y="1367"/>
                  </a:cubicBezTo>
                  <a:cubicBezTo>
                    <a:pt x="291" y="1374"/>
                    <a:pt x="316" y="1386"/>
                    <a:pt x="334" y="1412"/>
                  </a:cubicBezTo>
                  <a:cubicBezTo>
                    <a:pt x="359" y="1446"/>
                    <a:pt x="367" y="1492"/>
                    <a:pt x="360" y="1551"/>
                  </a:cubicBezTo>
                  <a:cubicBezTo>
                    <a:pt x="337" y="1546"/>
                    <a:pt x="312" y="1544"/>
                    <a:pt x="286" y="1544"/>
                  </a:cubicBezTo>
                  <a:cubicBezTo>
                    <a:pt x="276" y="1512"/>
                    <a:pt x="246" y="1488"/>
                    <a:pt x="211" y="1488"/>
                  </a:cubicBezTo>
                  <a:cubicBezTo>
                    <a:pt x="167" y="1488"/>
                    <a:pt x="132" y="1524"/>
                    <a:pt x="132" y="1567"/>
                  </a:cubicBezTo>
                  <a:cubicBezTo>
                    <a:pt x="132" y="1610"/>
                    <a:pt x="167" y="1646"/>
                    <a:pt x="211" y="1646"/>
                  </a:cubicBezTo>
                  <a:cubicBezTo>
                    <a:pt x="246" y="1646"/>
                    <a:pt x="276" y="1622"/>
                    <a:pt x="286" y="1590"/>
                  </a:cubicBezTo>
                  <a:cubicBezTo>
                    <a:pt x="361" y="1591"/>
                    <a:pt x="418" y="1612"/>
                    <a:pt x="454" y="1653"/>
                  </a:cubicBezTo>
                  <a:cubicBezTo>
                    <a:pt x="515" y="1723"/>
                    <a:pt x="502" y="1831"/>
                    <a:pt x="499" y="1847"/>
                  </a:cubicBezTo>
                  <a:cubicBezTo>
                    <a:pt x="488" y="1878"/>
                    <a:pt x="409" y="1977"/>
                    <a:pt x="271" y="1977"/>
                  </a:cubicBezTo>
                  <a:cubicBezTo>
                    <a:pt x="147" y="1977"/>
                    <a:pt x="46" y="1864"/>
                    <a:pt x="46" y="1724"/>
                  </a:cubicBezTo>
                  <a:cubicBezTo>
                    <a:pt x="46" y="282"/>
                    <a:pt x="46" y="282"/>
                    <a:pt x="46" y="282"/>
                  </a:cubicBezTo>
                  <a:cubicBezTo>
                    <a:pt x="46" y="233"/>
                    <a:pt x="57" y="185"/>
                    <a:pt x="77" y="144"/>
                  </a:cubicBezTo>
                  <a:cubicBezTo>
                    <a:pt x="84" y="129"/>
                    <a:pt x="90" y="120"/>
                    <a:pt x="93" y="116"/>
                  </a:cubicBezTo>
                  <a:cubicBezTo>
                    <a:pt x="103" y="104"/>
                    <a:pt x="114" y="93"/>
                    <a:pt x="126" y="83"/>
                  </a:cubicBezTo>
                  <a:cubicBezTo>
                    <a:pt x="126" y="83"/>
                    <a:pt x="127" y="83"/>
                    <a:pt x="127" y="83"/>
                  </a:cubicBezTo>
                  <a:cubicBezTo>
                    <a:pt x="158" y="59"/>
                    <a:pt x="193" y="47"/>
                    <a:pt x="230" y="47"/>
                  </a:cubicBezTo>
                  <a:cubicBezTo>
                    <a:pt x="293" y="47"/>
                    <a:pt x="350" y="82"/>
                    <a:pt x="384" y="141"/>
                  </a:cubicBezTo>
                  <a:cubicBezTo>
                    <a:pt x="357" y="162"/>
                    <a:pt x="337" y="191"/>
                    <a:pt x="328" y="224"/>
                  </a:cubicBezTo>
                  <a:cubicBezTo>
                    <a:pt x="316" y="266"/>
                    <a:pt x="321" y="310"/>
                    <a:pt x="342" y="347"/>
                  </a:cubicBezTo>
                  <a:cubicBezTo>
                    <a:pt x="355" y="370"/>
                    <a:pt x="372" y="388"/>
                    <a:pt x="393" y="402"/>
                  </a:cubicBezTo>
                  <a:cubicBezTo>
                    <a:pt x="392" y="407"/>
                    <a:pt x="391" y="411"/>
                    <a:pt x="391" y="415"/>
                  </a:cubicBezTo>
                  <a:cubicBezTo>
                    <a:pt x="391" y="459"/>
                    <a:pt x="427" y="494"/>
                    <a:pt x="470" y="494"/>
                  </a:cubicBezTo>
                  <a:cubicBezTo>
                    <a:pt x="513" y="494"/>
                    <a:pt x="549" y="459"/>
                    <a:pt x="549" y="415"/>
                  </a:cubicBezTo>
                  <a:cubicBezTo>
                    <a:pt x="549" y="372"/>
                    <a:pt x="513" y="337"/>
                    <a:pt x="470" y="337"/>
                  </a:cubicBezTo>
                  <a:cubicBezTo>
                    <a:pt x="448" y="337"/>
                    <a:pt x="428" y="346"/>
                    <a:pt x="414" y="360"/>
                  </a:cubicBezTo>
                  <a:cubicBezTo>
                    <a:pt x="401" y="351"/>
                    <a:pt x="391" y="339"/>
                    <a:pt x="383" y="325"/>
                  </a:cubicBezTo>
                  <a:cubicBezTo>
                    <a:pt x="368" y="298"/>
                    <a:pt x="364" y="267"/>
                    <a:pt x="373" y="237"/>
                  </a:cubicBezTo>
                  <a:cubicBezTo>
                    <a:pt x="381" y="209"/>
                    <a:pt x="399" y="185"/>
                    <a:pt x="424" y="170"/>
                  </a:cubicBezTo>
                  <a:cubicBezTo>
                    <a:pt x="440" y="166"/>
                    <a:pt x="456" y="164"/>
                    <a:pt x="473" y="164"/>
                  </a:cubicBezTo>
                  <a:cubicBezTo>
                    <a:pt x="596" y="164"/>
                    <a:pt x="696" y="277"/>
                    <a:pt x="696" y="416"/>
                  </a:cubicBezTo>
                  <a:cubicBezTo>
                    <a:pt x="696" y="420"/>
                    <a:pt x="697" y="455"/>
                    <a:pt x="697" y="478"/>
                  </a:cubicBezTo>
                  <a:cubicBezTo>
                    <a:pt x="613" y="490"/>
                    <a:pt x="548" y="562"/>
                    <a:pt x="548" y="649"/>
                  </a:cubicBezTo>
                  <a:cubicBezTo>
                    <a:pt x="548" y="737"/>
                    <a:pt x="615" y="810"/>
                    <a:pt x="700" y="820"/>
                  </a:cubicBezTo>
                  <a:cubicBezTo>
                    <a:pt x="710" y="852"/>
                    <a:pt x="740" y="876"/>
                    <a:pt x="776" y="876"/>
                  </a:cubicBezTo>
                  <a:cubicBezTo>
                    <a:pt x="819" y="876"/>
                    <a:pt x="854" y="841"/>
                    <a:pt x="854" y="797"/>
                  </a:cubicBezTo>
                  <a:cubicBezTo>
                    <a:pt x="854" y="754"/>
                    <a:pt x="819" y="719"/>
                    <a:pt x="776" y="719"/>
                  </a:cubicBezTo>
                  <a:cubicBezTo>
                    <a:pt x="741" y="719"/>
                    <a:pt x="712" y="741"/>
                    <a:pt x="701" y="773"/>
                  </a:cubicBezTo>
                  <a:cubicBezTo>
                    <a:pt x="641" y="763"/>
                    <a:pt x="595" y="711"/>
                    <a:pt x="595" y="649"/>
                  </a:cubicBezTo>
                  <a:cubicBezTo>
                    <a:pt x="595" y="579"/>
                    <a:pt x="651" y="523"/>
                    <a:pt x="720" y="523"/>
                  </a:cubicBezTo>
                  <a:cubicBezTo>
                    <a:pt x="722" y="523"/>
                    <a:pt x="723" y="523"/>
                    <a:pt x="724" y="523"/>
                  </a:cubicBezTo>
                  <a:cubicBezTo>
                    <a:pt x="848" y="571"/>
                    <a:pt x="932" y="701"/>
                    <a:pt x="932" y="851"/>
                  </a:cubicBezTo>
                  <a:cubicBezTo>
                    <a:pt x="932" y="869"/>
                    <a:pt x="924" y="925"/>
                    <a:pt x="918" y="968"/>
                  </a:cubicBezTo>
                  <a:cubicBezTo>
                    <a:pt x="876" y="943"/>
                    <a:pt x="828" y="930"/>
                    <a:pt x="779" y="930"/>
                  </a:cubicBezTo>
                  <a:cubicBezTo>
                    <a:pt x="676" y="930"/>
                    <a:pt x="582" y="989"/>
                    <a:pt x="536" y="1081"/>
                  </a:cubicBezTo>
                  <a:cubicBezTo>
                    <a:pt x="520" y="1073"/>
                    <a:pt x="501" y="1067"/>
                    <a:pt x="482" y="1065"/>
                  </a:cubicBezTo>
                  <a:cubicBezTo>
                    <a:pt x="454" y="1063"/>
                    <a:pt x="427" y="1067"/>
                    <a:pt x="402" y="1077"/>
                  </a:cubicBezTo>
                  <a:cubicBezTo>
                    <a:pt x="388" y="1062"/>
                    <a:pt x="367" y="1053"/>
                    <a:pt x="345" y="1053"/>
                  </a:cubicBezTo>
                  <a:cubicBezTo>
                    <a:pt x="302" y="1053"/>
                    <a:pt x="266" y="1088"/>
                    <a:pt x="266" y="1131"/>
                  </a:cubicBezTo>
                  <a:cubicBezTo>
                    <a:pt x="266" y="1175"/>
                    <a:pt x="302" y="1210"/>
                    <a:pt x="345" y="1210"/>
                  </a:cubicBezTo>
                  <a:cubicBezTo>
                    <a:pt x="388" y="1210"/>
                    <a:pt x="424" y="1175"/>
                    <a:pt x="424" y="1131"/>
                  </a:cubicBezTo>
                  <a:cubicBezTo>
                    <a:pt x="424" y="1127"/>
                    <a:pt x="423" y="1123"/>
                    <a:pt x="423" y="1120"/>
                  </a:cubicBezTo>
                  <a:cubicBezTo>
                    <a:pt x="440" y="1113"/>
                    <a:pt x="458" y="1110"/>
                    <a:pt x="477" y="1112"/>
                  </a:cubicBezTo>
                  <a:cubicBezTo>
                    <a:pt x="533" y="1117"/>
                    <a:pt x="576" y="1163"/>
                    <a:pt x="581" y="1217"/>
                  </a:cubicBezTo>
                  <a:cubicBezTo>
                    <a:pt x="542" y="1222"/>
                    <a:pt x="512" y="1255"/>
                    <a:pt x="512" y="1295"/>
                  </a:cubicBezTo>
                  <a:cubicBezTo>
                    <a:pt x="512" y="1339"/>
                    <a:pt x="547" y="1374"/>
                    <a:pt x="591" y="1374"/>
                  </a:cubicBezTo>
                  <a:cubicBezTo>
                    <a:pt x="634" y="1374"/>
                    <a:pt x="669" y="1339"/>
                    <a:pt x="669" y="1295"/>
                  </a:cubicBezTo>
                  <a:cubicBezTo>
                    <a:pt x="669" y="1265"/>
                    <a:pt x="652" y="1239"/>
                    <a:pt x="628" y="1226"/>
                  </a:cubicBezTo>
                  <a:cubicBezTo>
                    <a:pt x="628" y="1180"/>
                    <a:pt x="608" y="1137"/>
                    <a:pt x="575" y="1107"/>
                  </a:cubicBezTo>
                  <a:cubicBezTo>
                    <a:pt x="612" y="1028"/>
                    <a:pt x="691" y="977"/>
                    <a:pt x="779" y="977"/>
                  </a:cubicBezTo>
                  <a:cubicBezTo>
                    <a:pt x="828" y="977"/>
                    <a:pt x="877" y="993"/>
                    <a:pt x="916" y="1023"/>
                  </a:cubicBezTo>
                  <a:cubicBezTo>
                    <a:pt x="916" y="1024"/>
                    <a:pt x="916" y="1024"/>
                    <a:pt x="917" y="1024"/>
                  </a:cubicBezTo>
                  <a:cubicBezTo>
                    <a:pt x="960" y="1079"/>
                    <a:pt x="983" y="1149"/>
                    <a:pt x="983" y="1221"/>
                  </a:cubicBezTo>
                  <a:cubicBezTo>
                    <a:pt x="983" y="1350"/>
                    <a:pt x="910" y="1464"/>
                    <a:pt x="800" y="1503"/>
                  </a:cubicBezTo>
                  <a:close/>
                  <a:moveTo>
                    <a:pt x="235" y="1334"/>
                  </a:moveTo>
                  <a:cubicBezTo>
                    <a:pt x="235" y="1352"/>
                    <a:pt x="220" y="1366"/>
                    <a:pt x="203" y="1366"/>
                  </a:cubicBezTo>
                  <a:cubicBezTo>
                    <a:pt x="185" y="1366"/>
                    <a:pt x="171" y="1352"/>
                    <a:pt x="171" y="1334"/>
                  </a:cubicBezTo>
                  <a:cubicBezTo>
                    <a:pt x="171" y="1316"/>
                    <a:pt x="185" y="1302"/>
                    <a:pt x="203" y="1302"/>
                  </a:cubicBezTo>
                  <a:cubicBezTo>
                    <a:pt x="220" y="1302"/>
                    <a:pt x="235" y="1316"/>
                    <a:pt x="235" y="1334"/>
                  </a:cubicBezTo>
                  <a:close/>
                  <a:moveTo>
                    <a:pt x="243" y="1567"/>
                  </a:moveTo>
                  <a:cubicBezTo>
                    <a:pt x="243" y="1585"/>
                    <a:pt x="228" y="1599"/>
                    <a:pt x="211" y="1599"/>
                  </a:cubicBezTo>
                  <a:cubicBezTo>
                    <a:pt x="193" y="1599"/>
                    <a:pt x="179" y="1585"/>
                    <a:pt x="179" y="1567"/>
                  </a:cubicBezTo>
                  <a:cubicBezTo>
                    <a:pt x="179" y="1549"/>
                    <a:pt x="193" y="1535"/>
                    <a:pt x="211" y="1535"/>
                  </a:cubicBezTo>
                  <a:cubicBezTo>
                    <a:pt x="228" y="1535"/>
                    <a:pt x="243" y="1549"/>
                    <a:pt x="243" y="1567"/>
                  </a:cubicBezTo>
                  <a:close/>
                  <a:moveTo>
                    <a:pt x="440" y="404"/>
                  </a:moveTo>
                  <a:cubicBezTo>
                    <a:pt x="441" y="403"/>
                    <a:pt x="441" y="403"/>
                    <a:pt x="441" y="402"/>
                  </a:cubicBezTo>
                  <a:cubicBezTo>
                    <a:pt x="442" y="402"/>
                    <a:pt x="442" y="401"/>
                    <a:pt x="442" y="400"/>
                  </a:cubicBezTo>
                  <a:cubicBezTo>
                    <a:pt x="448" y="390"/>
                    <a:pt x="458" y="383"/>
                    <a:pt x="470" y="383"/>
                  </a:cubicBezTo>
                  <a:cubicBezTo>
                    <a:pt x="488" y="383"/>
                    <a:pt x="502" y="398"/>
                    <a:pt x="502" y="415"/>
                  </a:cubicBezTo>
                  <a:cubicBezTo>
                    <a:pt x="502" y="433"/>
                    <a:pt x="488" y="447"/>
                    <a:pt x="470" y="447"/>
                  </a:cubicBezTo>
                  <a:cubicBezTo>
                    <a:pt x="452" y="447"/>
                    <a:pt x="438" y="433"/>
                    <a:pt x="438" y="415"/>
                  </a:cubicBezTo>
                  <a:cubicBezTo>
                    <a:pt x="438" y="411"/>
                    <a:pt x="439" y="407"/>
                    <a:pt x="440" y="404"/>
                  </a:cubicBezTo>
                  <a:close/>
                  <a:moveTo>
                    <a:pt x="744" y="797"/>
                  </a:moveTo>
                  <a:cubicBezTo>
                    <a:pt x="744" y="780"/>
                    <a:pt x="758" y="765"/>
                    <a:pt x="776" y="765"/>
                  </a:cubicBezTo>
                  <a:cubicBezTo>
                    <a:pt x="793" y="765"/>
                    <a:pt x="808" y="780"/>
                    <a:pt x="808" y="797"/>
                  </a:cubicBezTo>
                  <a:cubicBezTo>
                    <a:pt x="808" y="815"/>
                    <a:pt x="793" y="829"/>
                    <a:pt x="776" y="829"/>
                  </a:cubicBezTo>
                  <a:cubicBezTo>
                    <a:pt x="758" y="829"/>
                    <a:pt x="744" y="815"/>
                    <a:pt x="744" y="797"/>
                  </a:cubicBezTo>
                  <a:close/>
                  <a:moveTo>
                    <a:pt x="377" y="1131"/>
                  </a:moveTo>
                  <a:cubicBezTo>
                    <a:pt x="377" y="1149"/>
                    <a:pt x="363" y="1163"/>
                    <a:pt x="345" y="1163"/>
                  </a:cubicBezTo>
                  <a:cubicBezTo>
                    <a:pt x="327" y="1163"/>
                    <a:pt x="313" y="1149"/>
                    <a:pt x="313" y="1131"/>
                  </a:cubicBezTo>
                  <a:cubicBezTo>
                    <a:pt x="313" y="1114"/>
                    <a:pt x="327" y="1099"/>
                    <a:pt x="345" y="1099"/>
                  </a:cubicBezTo>
                  <a:cubicBezTo>
                    <a:pt x="363" y="1099"/>
                    <a:pt x="377" y="1114"/>
                    <a:pt x="377" y="1131"/>
                  </a:cubicBezTo>
                  <a:close/>
                  <a:moveTo>
                    <a:pt x="591" y="1263"/>
                  </a:moveTo>
                  <a:cubicBezTo>
                    <a:pt x="608" y="1263"/>
                    <a:pt x="623" y="1278"/>
                    <a:pt x="623" y="1295"/>
                  </a:cubicBezTo>
                  <a:cubicBezTo>
                    <a:pt x="623" y="1313"/>
                    <a:pt x="608" y="1327"/>
                    <a:pt x="591" y="1327"/>
                  </a:cubicBezTo>
                  <a:cubicBezTo>
                    <a:pt x="573" y="1327"/>
                    <a:pt x="559" y="1313"/>
                    <a:pt x="559" y="1295"/>
                  </a:cubicBezTo>
                  <a:cubicBezTo>
                    <a:pt x="559" y="1278"/>
                    <a:pt x="573" y="1263"/>
                    <a:pt x="591" y="126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Freeform 150">
              <a:extLst>
                <a:ext uri="{FF2B5EF4-FFF2-40B4-BE49-F238E27FC236}">
                  <a16:creationId xmlns:a16="http://schemas.microsoft.com/office/drawing/2014/main" id="{BF6B9250-F020-434C-8324-C0312D7B55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419129" y="5301339"/>
              <a:ext cx="134541" cy="227012"/>
            </a:xfrm>
            <a:custGeom>
              <a:avLst/>
              <a:gdLst>
                <a:gd name="T0" fmla="*/ 284 w 330"/>
                <a:gd name="T1" fmla="*/ 477 h 556"/>
                <a:gd name="T2" fmla="*/ 276 w 330"/>
                <a:gd name="T3" fmla="*/ 442 h 556"/>
                <a:gd name="T4" fmla="*/ 330 w 330"/>
                <a:gd name="T5" fmla="*/ 290 h 556"/>
                <a:gd name="T6" fmla="*/ 155 w 330"/>
                <a:gd name="T7" fmla="*/ 60 h 556"/>
                <a:gd name="T8" fmla="*/ 79 w 330"/>
                <a:gd name="T9" fmla="*/ 0 h 556"/>
                <a:gd name="T10" fmla="*/ 0 w 330"/>
                <a:gd name="T11" fmla="*/ 79 h 556"/>
                <a:gd name="T12" fmla="*/ 79 w 330"/>
                <a:gd name="T13" fmla="*/ 158 h 556"/>
                <a:gd name="T14" fmla="*/ 152 w 330"/>
                <a:gd name="T15" fmla="*/ 108 h 556"/>
                <a:gd name="T16" fmla="*/ 283 w 330"/>
                <a:gd name="T17" fmla="*/ 290 h 556"/>
                <a:gd name="T18" fmla="*/ 243 w 330"/>
                <a:gd name="T19" fmla="*/ 408 h 556"/>
                <a:gd name="T20" fmla="*/ 205 w 330"/>
                <a:gd name="T21" fmla="*/ 398 h 556"/>
                <a:gd name="T22" fmla="*/ 127 w 330"/>
                <a:gd name="T23" fmla="*/ 477 h 556"/>
                <a:gd name="T24" fmla="*/ 205 w 330"/>
                <a:gd name="T25" fmla="*/ 556 h 556"/>
                <a:gd name="T26" fmla="*/ 284 w 330"/>
                <a:gd name="T27" fmla="*/ 477 h 556"/>
                <a:gd name="T28" fmla="*/ 79 w 330"/>
                <a:gd name="T29" fmla="*/ 111 h 556"/>
                <a:gd name="T30" fmla="*/ 47 w 330"/>
                <a:gd name="T31" fmla="*/ 79 h 556"/>
                <a:gd name="T32" fmla="*/ 79 w 330"/>
                <a:gd name="T33" fmla="*/ 47 h 556"/>
                <a:gd name="T34" fmla="*/ 111 w 330"/>
                <a:gd name="T35" fmla="*/ 79 h 556"/>
                <a:gd name="T36" fmla="*/ 111 w 330"/>
                <a:gd name="T37" fmla="*/ 79 h 556"/>
                <a:gd name="T38" fmla="*/ 79 w 330"/>
                <a:gd name="T39" fmla="*/ 111 h 556"/>
                <a:gd name="T40" fmla="*/ 173 w 330"/>
                <a:gd name="T41" fmla="*/ 477 h 556"/>
                <a:gd name="T42" fmla="*/ 205 w 330"/>
                <a:gd name="T43" fmla="*/ 445 h 556"/>
                <a:gd name="T44" fmla="*/ 237 w 330"/>
                <a:gd name="T45" fmla="*/ 477 h 556"/>
                <a:gd name="T46" fmla="*/ 205 w 330"/>
                <a:gd name="T47" fmla="*/ 509 h 556"/>
                <a:gd name="T48" fmla="*/ 173 w 330"/>
                <a:gd name="T49" fmla="*/ 477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30" h="556">
                  <a:moveTo>
                    <a:pt x="284" y="477"/>
                  </a:moveTo>
                  <a:cubicBezTo>
                    <a:pt x="284" y="464"/>
                    <a:pt x="281" y="452"/>
                    <a:pt x="276" y="442"/>
                  </a:cubicBezTo>
                  <a:cubicBezTo>
                    <a:pt x="311" y="399"/>
                    <a:pt x="330" y="346"/>
                    <a:pt x="330" y="290"/>
                  </a:cubicBezTo>
                  <a:cubicBezTo>
                    <a:pt x="330" y="183"/>
                    <a:pt x="257" y="89"/>
                    <a:pt x="155" y="60"/>
                  </a:cubicBezTo>
                  <a:cubicBezTo>
                    <a:pt x="147" y="26"/>
                    <a:pt x="116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2"/>
                    <a:pt x="35" y="158"/>
                    <a:pt x="79" y="158"/>
                  </a:cubicBezTo>
                  <a:cubicBezTo>
                    <a:pt x="112" y="158"/>
                    <a:pt x="140" y="137"/>
                    <a:pt x="152" y="108"/>
                  </a:cubicBezTo>
                  <a:cubicBezTo>
                    <a:pt x="229" y="134"/>
                    <a:pt x="283" y="207"/>
                    <a:pt x="283" y="290"/>
                  </a:cubicBezTo>
                  <a:cubicBezTo>
                    <a:pt x="283" y="333"/>
                    <a:pt x="269" y="374"/>
                    <a:pt x="243" y="408"/>
                  </a:cubicBezTo>
                  <a:cubicBezTo>
                    <a:pt x="232" y="402"/>
                    <a:pt x="219" y="398"/>
                    <a:pt x="205" y="398"/>
                  </a:cubicBezTo>
                  <a:cubicBezTo>
                    <a:pt x="162" y="398"/>
                    <a:pt x="127" y="434"/>
                    <a:pt x="127" y="477"/>
                  </a:cubicBezTo>
                  <a:cubicBezTo>
                    <a:pt x="127" y="520"/>
                    <a:pt x="162" y="556"/>
                    <a:pt x="205" y="556"/>
                  </a:cubicBezTo>
                  <a:cubicBezTo>
                    <a:pt x="249" y="556"/>
                    <a:pt x="284" y="520"/>
                    <a:pt x="284" y="477"/>
                  </a:cubicBezTo>
                  <a:close/>
                  <a:moveTo>
                    <a:pt x="79" y="111"/>
                  </a:moveTo>
                  <a:cubicBezTo>
                    <a:pt x="61" y="111"/>
                    <a:pt x="47" y="96"/>
                    <a:pt x="47" y="79"/>
                  </a:cubicBezTo>
                  <a:cubicBezTo>
                    <a:pt x="47" y="61"/>
                    <a:pt x="61" y="47"/>
                    <a:pt x="79" y="47"/>
                  </a:cubicBezTo>
                  <a:cubicBezTo>
                    <a:pt x="96" y="47"/>
                    <a:pt x="111" y="61"/>
                    <a:pt x="111" y="79"/>
                  </a:cubicBezTo>
                  <a:cubicBezTo>
                    <a:pt x="111" y="79"/>
                    <a:pt x="111" y="79"/>
                    <a:pt x="111" y="79"/>
                  </a:cubicBezTo>
                  <a:cubicBezTo>
                    <a:pt x="111" y="96"/>
                    <a:pt x="96" y="111"/>
                    <a:pt x="79" y="111"/>
                  </a:cubicBezTo>
                  <a:close/>
                  <a:moveTo>
                    <a:pt x="173" y="477"/>
                  </a:moveTo>
                  <a:cubicBezTo>
                    <a:pt x="173" y="459"/>
                    <a:pt x="188" y="445"/>
                    <a:pt x="205" y="445"/>
                  </a:cubicBezTo>
                  <a:cubicBezTo>
                    <a:pt x="223" y="445"/>
                    <a:pt x="237" y="459"/>
                    <a:pt x="237" y="477"/>
                  </a:cubicBezTo>
                  <a:cubicBezTo>
                    <a:pt x="237" y="495"/>
                    <a:pt x="223" y="509"/>
                    <a:pt x="205" y="509"/>
                  </a:cubicBezTo>
                  <a:cubicBezTo>
                    <a:pt x="188" y="509"/>
                    <a:pt x="173" y="495"/>
                    <a:pt x="173" y="47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Freeform 151">
              <a:extLst>
                <a:ext uri="{FF2B5EF4-FFF2-40B4-BE49-F238E27FC236}">
                  <a16:creationId xmlns:a16="http://schemas.microsoft.com/office/drawing/2014/main" id="{76D049A8-DAC1-4258-85F7-DEA240D86B4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0558" y="4940183"/>
              <a:ext cx="1204912" cy="1204912"/>
            </a:xfrm>
            <a:custGeom>
              <a:avLst/>
              <a:gdLst>
                <a:gd name="T0" fmla="*/ 1476 w 2952"/>
                <a:gd name="T1" fmla="*/ 2952 h 2952"/>
                <a:gd name="T2" fmla="*/ 902 w 2952"/>
                <a:gd name="T3" fmla="*/ 2836 h 2952"/>
                <a:gd name="T4" fmla="*/ 433 w 2952"/>
                <a:gd name="T5" fmla="*/ 2519 h 2952"/>
                <a:gd name="T6" fmla="*/ 116 w 2952"/>
                <a:gd name="T7" fmla="*/ 2050 h 2952"/>
                <a:gd name="T8" fmla="*/ 0 w 2952"/>
                <a:gd name="T9" fmla="*/ 1476 h 2952"/>
                <a:gd name="T10" fmla="*/ 116 w 2952"/>
                <a:gd name="T11" fmla="*/ 902 h 2952"/>
                <a:gd name="T12" fmla="*/ 433 w 2952"/>
                <a:gd name="T13" fmla="*/ 433 h 2952"/>
                <a:gd name="T14" fmla="*/ 902 w 2952"/>
                <a:gd name="T15" fmla="*/ 116 h 2952"/>
                <a:gd name="T16" fmla="*/ 1476 w 2952"/>
                <a:gd name="T17" fmla="*/ 0 h 2952"/>
                <a:gd name="T18" fmla="*/ 2050 w 2952"/>
                <a:gd name="T19" fmla="*/ 116 h 2952"/>
                <a:gd name="T20" fmla="*/ 2519 w 2952"/>
                <a:gd name="T21" fmla="*/ 433 h 2952"/>
                <a:gd name="T22" fmla="*/ 2836 w 2952"/>
                <a:gd name="T23" fmla="*/ 902 h 2952"/>
                <a:gd name="T24" fmla="*/ 2952 w 2952"/>
                <a:gd name="T25" fmla="*/ 1476 h 2952"/>
                <a:gd name="T26" fmla="*/ 2836 w 2952"/>
                <a:gd name="T27" fmla="*/ 2050 h 2952"/>
                <a:gd name="T28" fmla="*/ 2519 w 2952"/>
                <a:gd name="T29" fmla="*/ 2519 h 2952"/>
                <a:gd name="T30" fmla="*/ 2050 w 2952"/>
                <a:gd name="T31" fmla="*/ 2836 h 2952"/>
                <a:gd name="T32" fmla="*/ 1476 w 2952"/>
                <a:gd name="T33" fmla="*/ 2952 h 2952"/>
                <a:gd name="T34" fmla="*/ 1476 w 2952"/>
                <a:gd name="T35" fmla="*/ 48 h 2952"/>
                <a:gd name="T36" fmla="*/ 48 w 2952"/>
                <a:gd name="T37" fmla="*/ 1476 h 2952"/>
                <a:gd name="T38" fmla="*/ 1476 w 2952"/>
                <a:gd name="T39" fmla="*/ 2904 h 2952"/>
                <a:gd name="T40" fmla="*/ 2904 w 2952"/>
                <a:gd name="T41" fmla="*/ 1476 h 2952"/>
                <a:gd name="T42" fmla="*/ 1476 w 2952"/>
                <a:gd name="T43" fmla="*/ 48 h 2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952" h="2952">
                  <a:moveTo>
                    <a:pt x="1476" y="2952"/>
                  </a:moveTo>
                  <a:cubicBezTo>
                    <a:pt x="1277" y="2952"/>
                    <a:pt x="1084" y="2913"/>
                    <a:pt x="902" y="2836"/>
                  </a:cubicBezTo>
                  <a:cubicBezTo>
                    <a:pt x="726" y="2761"/>
                    <a:pt x="568" y="2655"/>
                    <a:pt x="433" y="2519"/>
                  </a:cubicBezTo>
                  <a:cubicBezTo>
                    <a:pt x="297" y="2384"/>
                    <a:pt x="191" y="2226"/>
                    <a:pt x="116" y="2050"/>
                  </a:cubicBezTo>
                  <a:cubicBezTo>
                    <a:pt x="39" y="1868"/>
                    <a:pt x="0" y="1675"/>
                    <a:pt x="0" y="1476"/>
                  </a:cubicBezTo>
                  <a:cubicBezTo>
                    <a:pt x="0" y="1277"/>
                    <a:pt x="39" y="1084"/>
                    <a:pt x="116" y="902"/>
                  </a:cubicBezTo>
                  <a:cubicBezTo>
                    <a:pt x="191" y="726"/>
                    <a:pt x="297" y="568"/>
                    <a:pt x="433" y="433"/>
                  </a:cubicBezTo>
                  <a:cubicBezTo>
                    <a:pt x="568" y="297"/>
                    <a:pt x="726" y="191"/>
                    <a:pt x="902" y="116"/>
                  </a:cubicBezTo>
                  <a:cubicBezTo>
                    <a:pt x="1084" y="39"/>
                    <a:pt x="1277" y="0"/>
                    <a:pt x="1476" y="0"/>
                  </a:cubicBezTo>
                  <a:cubicBezTo>
                    <a:pt x="1675" y="0"/>
                    <a:pt x="1868" y="39"/>
                    <a:pt x="2050" y="116"/>
                  </a:cubicBezTo>
                  <a:cubicBezTo>
                    <a:pt x="2226" y="191"/>
                    <a:pt x="2384" y="297"/>
                    <a:pt x="2519" y="433"/>
                  </a:cubicBezTo>
                  <a:cubicBezTo>
                    <a:pt x="2655" y="568"/>
                    <a:pt x="2761" y="726"/>
                    <a:pt x="2836" y="902"/>
                  </a:cubicBezTo>
                  <a:cubicBezTo>
                    <a:pt x="2913" y="1084"/>
                    <a:pt x="2952" y="1277"/>
                    <a:pt x="2952" y="1476"/>
                  </a:cubicBezTo>
                  <a:cubicBezTo>
                    <a:pt x="2952" y="1675"/>
                    <a:pt x="2913" y="1868"/>
                    <a:pt x="2836" y="2050"/>
                  </a:cubicBezTo>
                  <a:cubicBezTo>
                    <a:pt x="2761" y="2226"/>
                    <a:pt x="2655" y="2384"/>
                    <a:pt x="2519" y="2519"/>
                  </a:cubicBezTo>
                  <a:cubicBezTo>
                    <a:pt x="2384" y="2655"/>
                    <a:pt x="2226" y="2761"/>
                    <a:pt x="2050" y="2836"/>
                  </a:cubicBezTo>
                  <a:cubicBezTo>
                    <a:pt x="1868" y="2913"/>
                    <a:pt x="1675" y="2952"/>
                    <a:pt x="1476" y="2952"/>
                  </a:cubicBezTo>
                  <a:close/>
                  <a:moveTo>
                    <a:pt x="1476" y="48"/>
                  </a:moveTo>
                  <a:cubicBezTo>
                    <a:pt x="689" y="48"/>
                    <a:pt x="48" y="689"/>
                    <a:pt x="48" y="1476"/>
                  </a:cubicBezTo>
                  <a:cubicBezTo>
                    <a:pt x="48" y="2263"/>
                    <a:pt x="689" y="2904"/>
                    <a:pt x="1476" y="2904"/>
                  </a:cubicBezTo>
                  <a:cubicBezTo>
                    <a:pt x="2263" y="2904"/>
                    <a:pt x="2904" y="2263"/>
                    <a:pt x="2904" y="1476"/>
                  </a:cubicBezTo>
                  <a:cubicBezTo>
                    <a:pt x="2904" y="689"/>
                    <a:pt x="2263" y="48"/>
                    <a:pt x="1476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Freeform 152">
              <a:extLst>
                <a:ext uri="{FF2B5EF4-FFF2-40B4-BE49-F238E27FC236}">
                  <a16:creationId xmlns:a16="http://schemas.microsoft.com/office/drawing/2014/main" id="{4B20BDBE-5961-42BF-A789-10B9395414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71132" y="4752858"/>
              <a:ext cx="624681" cy="1101327"/>
            </a:xfrm>
            <a:custGeom>
              <a:avLst/>
              <a:gdLst>
                <a:gd name="T0" fmla="*/ 1373 w 1530"/>
                <a:gd name="T1" fmla="*/ 1160 h 2698"/>
                <a:gd name="T2" fmla="*/ 947 w 1530"/>
                <a:gd name="T3" fmla="*/ 527 h 2698"/>
                <a:gd name="T4" fmla="*/ 314 w 1530"/>
                <a:gd name="T5" fmla="*/ 101 h 2698"/>
                <a:gd name="T6" fmla="*/ 8 w 1530"/>
                <a:gd name="T7" fmla="*/ 0 h 2698"/>
                <a:gd name="T8" fmla="*/ 0 w 1530"/>
                <a:gd name="T9" fmla="*/ 47 h 2698"/>
                <a:gd name="T10" fmla="*/ 1482 w 1530"/>
                <a:gd name="T11" fmla="*/ 1935 h 2698"/>
                <a:gd name="T12" fmla="*/ 1331 w 1530"/>
                <a:gd name="T13" fmla="*/ 2684 h 2698"/>
                <a:gd name="T14" fmla="*/ 1378 w 1530"/>
                <a:gd name="T15" fmla="*/ 2698 h 2698"/>
                <a:gd name="T16" fmla="*/ 1530 w 1530"/>
                <a:gd name="T17" fmla="*/ 1935 h 2698"/>
                <a:gd name="T18" fmla="*/ 1373 w 1530"/>
                <a:gd name="T19" fmla="*/ 1160 h 2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30" h="2698">
                  <a:moveTo>
                    <a:pt x="1373" y="1160"/>
                  </a:moveTo>
                  <a:cubicBezTo>
                    <a:pt x="1273" y="923"/>
                    <a:pt x="1130" y="710"/>
                    <a:pt x="947" y="527"/>
                  </a:cubicBezTo>
                  <a:cubicBezTo>
                    <a:pt x="764" y="344"/>
                    <a:pt x="551" y="201"/>
                    <a:pt x="314" y="101"/>
                  </a:cubicBezTo>
                  <a:cubicBezTo>
                    <a:pt x="214" y="58"/>
                    <a:pt x="112" y="25"/>
                    <a:pt x="8" y="0"/>
                  </a:cubicBezTo>
                  <a:cubicBezTo>
                    <a:pt x="6" y="16"/>
                    <a:pt x="3" y="32"/>
                    <a:pt x="0" y="47"/>
                  </a:cubicBezTo>
                  <a:cubicBezTo>
                    <a:pt x="849" y="255"/>
                    <a:pt x="1482" y="1022"/>
                    <a:pt x="1482" y="1935"/>
                  </a:cubicBezTo>
                  <a:cubicBezTo>
                    <a:pt x="1482" y="2200"/>
                    <a:pt x="1428" y="2454"/>
                    <a:pt x="1331" y="2684"/>
                  </a:cubicBezTo>
                  <a:cubicBezTo>
                    <a:pt x="1347" y="2688"/>
                    <a:pt x="1363" y="2693"/>
                    <a:pt x="1378" y="2698"/>
                  </a:cubicBezTo>
                  <a:cubicBezTo>
                    <a:pt x="1479" y="2456"/>
                    <a:pt x="1530" y="2199"/>
                    <a:pt x="1530" y="1935"/>
                  </a:cubicBezTo>
                  <a:cubicBezTo>
                    <a:pt x="1530" y="1666"/>
                    <a:pt x="1477" y="1406"/>
                    <a:pt x="1373" y="11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Freeform 153">
              <a:extLst>
                <a:ext uri="{FF2B5EF4-FFF2-40B4-BE49-F238E27FC236}">
                  <a16:creationId xmlns:a16="http://schemas.microsoft.com/office/drawing/2014/main" id="{213344B9-8DE5-4403-B074-E605C38F0C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0214" y="4752858"/>
              <a:ext cx="624681" cy="1101327"/>
            </a:xfrm>
            <a:custGeom>
              <a:avLst/>
              <a:gdLst>
                <a:gd name="T0" fmla="*/ 1530 w 1530"/>
                <a:gd name="T1" fmla="*/ 47 h 2698"/>
                <a:gd name="T2" fmla="*/ 1522 w 1530"/>
                <a:gd name="T3" fmla="*/ 0 h 2698"/>
                <a:gd name="T4" fmla="*/ 1216 w 1530"/>
                <a:gd name="T5" fmla="*/ 101 h 2698"/>
                <a:gd name="T6" fmla="*/ 583 w 1530"/>
                <a:gd name="T7" fmla="*/ 527 h 2698"/>
                <a:gd name="T8" fmla="*/ 157 w 1530"/>
                <a:gd name="T9" fmla="*/ 1160 h 2698"/>
                <a:gd name="T10" fmla="*/ 0 w 1530"/>
                <a:gd name="T11" fmla="*/ 1935 h 2698"/>
                <a:gd name="T12" fmla="*/ 152 w 1530"/>
                <a:gd name="T13" fmla="*/ 2698 h 2698"/>
                <a:gd name="T14" fmla="*/ 199 w 1530"/>
                <a:gd name="T15" fmla="*/ 2684 h 2698"/>
                <a:gd name="T16" fmla="*/ 48 w 1530"/>
                <a:gd name="T17" fmla="*/ 1935 h 2698"/>
                <a:gd name="T18" fmla="*/ 1530 w 1530"/>
                <a:gd name="T19" fmla="*/ 47 h 2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30" h="2698">
                  <a:moveTo>
                    <a:pt x="1530" y="47"/>
                  </a:moveTo>
                  <a:cubicBezTo>
                    <a:pt x="1527" y="32"/>
                    <a:pt x="1524" y="16"/>
                    <a:pt x="1522" y="0"/>
                  </a:cubicBezTo>
                  <a:cubicBezTo>
                    <a:pt x="1418" y="25"/>
                    <a:pt x="1316" y="58"/>
                    <a:pt x="1216" y="101"/>
                  </a:cubicBezTo>
                  <a:cubicBezTo>
                    <a:pt x="979" y="201"/>
                    <a:pt x="766" y="344"/>
                    <a:pt x="583" y="527"/>
                  </a:cubicBezTo>
                  <a:cubicBezTo>
                    <a:pt x="400" y="710"/>
                    <a:pt x="257" y="923"/>
                    <a:pt x="157" y="1160"/>
                  </a:cubicBezTo>
                  <a:cubicBezTo>
                    <a:pt x="53" y="1406"/>
                    <a:pt x="0" y="1666"/>
                    <a:pt x="0" y="1935"/>
                  </a:cubicBezTo>
                  <a:cubicBezTo>
                    <a:pt x="0" y="2199"/>
                    <a:pt x="51" y="2456"/>
                    <a:pt x="152" y="2698"/>
                  </a:cubicBezTo>
                  <a:cubicBezTo>
                    <a:pt x="167" y="2693"/>
                    <a:pt x="183" y="2688"/>
                    <a:pt x="199" y="2684"/>
                  </a:cubicBezTo>
                  <a:cubicBezTo>
                    <a:pt x="102" y="2454"/>
                    <a:pt x="48" y="2200"/>
                    <a:pt x="48" y="1935"/>
                  </a:cubicBezTo>
                  <a:cubicBezTo>
                    <a:pt x="48" y="1022"/>
                    <a:pt x="681" y="255"/>
                    <a:pt x="1530" y="4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Freeform 154">
              <a:extLst>
                <a:ext uri="{FF2B5EF4-FFF2-40B4-BE49-F238E27FC236}">
                  <a16:creationId xmlns:a16="http://schemas.microsoft.com/office/drawing/2014/main" id="{676F44BE-95FD-43E4-A28C-50B0AE3884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8026" y="6137951"/>
              <a:ext cx="1070371" cy="217487"/>
            </a:xfrm>
            <a:custGeom>
              <a:avLst/>
              <a:gdLst>
                <a:gd name="T0" fmla="*/ 2594 w 2622"/>
                <a:gd name="T1" fmla="*/ 0 h 533"/>
                <a:gd name="T2" fmla="*/ 1311 w 2622"/>
                <a:gd name="T3" fmla="*/ 485 h 533"/>
                <a:gd name="T4" fmla="*/ 28 w 2622"/>
                <a:gd name="T5" fmla="*/ 0 h 533"/>
                <a:gd name="T6" fmla="*/ 0 w 2622"/>
                <a:gd name="T7" fmla="*/ 40 h 533"/>
                <a:gd name="T8" fmla="*/ 536 w 2622"/>
                <a:gd name="T9" fmla="*/ 376 h 533"/>
                <a:gd name="T10" fmla="*/ 1311 w 2622"/>
                <a:gd name="T11" fmla="*/ 533 h 533"/>
                <a:gd name="T12" fmla="*/ 2086 w 2622"/>
                <a:gd name="T13" fmla="*/ 376 h 533"/>
                <a:gd name="T14" fmla="*/ 2622 w 2622"/>
                <a:gd name="T15" fmla="*/ 40 h 533"/>
                <a:gd name="T16" fmla="*/ 2594 w 2622"/>
                <a:gd name="T17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22" h="533">
                  <a:moveTo>
                    <a:pt x="2594" y="0"/>
                  </a:moveTo>
                  <a:cubicBezTo>
                    <a:pt x="2252" y="301"/>
                    <a:pt x="1802" y="485"/>
                    <a:pt x="1311" y="485"/>
                  </a:cubicBezTo>
                  <a:cubicBezTo>
                    <a:pt x="820" y="485"/>
                    <a:pt x="370" y="301"/>
                    <a:pt x="28" y="0"/>
                  </a:cubicBezTo>
                  <a:cubicBezTo>
                    <a:pt x="19" y="14"/>
                    <a:pt x="10" y="27"/>
                    <a:pt x="0" y="40"/>
                  </a:cubicBezTo>
                  <a:cubicBezTo>
                    <a:pt x="160" y="180"/>
                    <a:pt x="340" y="293"/>
                    <a:pt x="536" y="376"/>
                  </a:cubicBezTo>
                  <a:cubicBezTo>
                    <a:pt x="782" y="480"/>
                    <a:pt x="1042" y="533"/>
                    <a:pt x="1311" y="533"/>
                  </a:cubicBezTo>
                  <a:cubicBezTo>
                    <a:pt x="1580" y="533"/>
                    <a:pt x="1840" y="480"/>
                    <a:pt x="2086" y="376"/>
                  </a:cubicBezTo>
                  <a:cubicBezTo>
                    <a:pt x="2282" y="293"/>
                    <a:pt x="2462" y="180"/>
                    <a:pt x="2622" y="40"/>
                  </a:cubicBezTo>
                  <a:cubicBezTo>
                    <a:pt x="2612" y="27"/>
                    <a:pt x="2603" y="14"/>
                    <a:pt x="25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Freeform 155">
              <a:extLst>
                <a:ext uri="{FF2B5EF4-FFF2-40B4-BE49-F238E27FC236}">
                  <a16:creationId xmlns:a16="http://schemas.microsoft.com/office/drawing/2014/main" id="{82FB8985-6929-4ADA-BAD8-01118BE84B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792" y="5945070"/>
              <a:ext cx="143669" cy="181769"/>
            </a:xfrm>
            <a:custGeom>
              <a:avLst/>
              <a:gdLst>
                <a:gd name="T0" fmla="*/ 352 w 352"/>
                <a:gd name="T1" fmla="*/ 65 h 445"/>
                <a:gd name="T2" fmla="*/ 352 w 352"/>
                <a:gd name="T3" fmla="*/ 76 h 445"/>
                <a:gd name="T4" fmla="*/ 350 w 352"/>
                <a:gd name="T5" fmla="*/ 84 h 445"/>
                <a:gd name="T6" fmla="*/ 346 w 352"/>
                <a:gd name="T7" fmla="*/ 89 h 445"/>
                <a:gd name="T8" fmla="*/ 342 w 352"/>
                <a:gd name="T9" fmla="*/ 90 h 445"/>
                <a:gd name="T10" fmla="*/ 329 w 352"/>
                <a:gd name="T11" fmla="*/ 84 h 445"/>
                <a:gd name="T12" fmla="*/ 303 w 352"/>
                <a:gd name="T13" fmla="*/ 70 h 445"/>
                <a:gd name="T14" fmla="*/ 266 w 352"/>
                <a:gd name="T15" fmla="*/ 56 h 445"/>
                <a:gd name="T16" fmla="*/ 214 w 352"/>
                <a:gd name="T17" fmla="*/ 49 h 445"/>
                <a:gd name="T18" fmla="*/ 149 w 352"/>
                <a:gd name="T19" fmla="*/ 62 h 445"/>
                <a:gd name="T20" fmla="*/ 101 w 352"/>
                <a:gd name="T21" fmla="*/ 98 h 445"/>
                <a:gd name="T22" fmla="*/ 71 w 352"/>
                <a:gd name="T23" fmla="*/ 153 h 445"/>
                <a:gd name="T24" fmla="*/ 60 w 352"/>
                <a:gd name="T25" fmla="*/ 222 h 445"/>
                <a:gd name="T26" fmla="*/ 72 w 352"/>
                <a:gd name="T27" fmla="*/ 296 h 445"/>
                <a:gd name="T28" fmla="*/ 104 w 352"/>
                <a:gd name="T29" fmla="*/ 350 h 445"/>
                <a:gd name="T30" fmla="*/ 153 w 352"/>
                <a:gd name="T31" fmla="*/ 384 h 445"/>
                <a:gd name="T32" fmla="*/ 215 w 352"/>
                <a:gd name="T33" fmla="*/ 395 h 445"/>
                <a:gd name="T34" fmla="*/ 255 w 352"/>
                <a:gd name="T35" fmla="*/ 390 h 445"/>
                <a:gd name="T36" fmla="*/ 294 w 352"/>
                <a:gd name="T37" fmla="*/ 375 h 445"/>
                <a:gd name="T38" fmla="*/ 294 w 352"/>
                <a:gd name="T39" fmla="*/ 249 h 445"/>
                <a:gd name="T40" fmla="*/ 193 w 352"/>
                <a:gd name="T41" fmla="*/ 249 h 445"/>
                <a:gd name="T42" fmla="*/ 185 w 352"/>
                <a:gd name="T43" fmla="*/ 244 h 445"/>
                <a:gd name="T44" fmla="*/ 182 w 352"/>
                <a:gd name="T45" fmla="*/ 226 h 445"/>
                <a:gd name="T46" fmla="*/ 183 w 352"/>
                <a:gd name="T47" fmla="*/ 215 h 445"/>
                <a:gd name="T48" fmla="*/ 185 w 352"/>
                <a:gd name="T49" fmla="*/ 208 h 445"/>
                <a:gd name="T50" fmla="*/ 188 w 352"/>
                <a:gd name="T51" fmla="*/ 203 h 445"/>
                <a:gd name="T52" fmla="*/ 193 w 352"/>
                <a:gd name="T53" fmla="*/ 202 h 445"/>
                <a:gd name="T54" fmla="*/ 331 w 352"/>
                <a:gd name="T55" fmla="*/ 202 h 445"/>
                <a:gd name="T56" fmla="*/ 338 w 352"/>
                <a:gd name="T57" fmla="*/ 203 h 445"/>
                <a:gd name="T58" fmla="*/ 345 w 352"/>
                <a:gd name="T59" fmla="*/ 207 h 445"/>
                <a:gd name="T60" fmla="*/ 350 w 352"/>
                <a:gd name="T61" fmla="*/ 215 h 445"/>
                <a:gd name="T62" fmla="*/ 351 w 352"/>
                <a:gd name="T63" fmla="*/ 226 h 445"/>
                <a:gd name="T64" fmla="*/ 351 w 352"/>
                <a:gd name="T65" fmla="*/ 391 h 445"/>
                <a:gd name="T66" fmla="*/ 348 w 352"/>
                <a:gd name="T67" fmla="*/ 406 h 445"/>
                <a:gd name="T68" fmla="*/ 336 w 352"/>
                <a:gd name="T69" fmla="*/ 417 h 445"/>
                <a:gd name="T70" fmla="*/ 310 w 352"/>
                <a:gd name="T71" fmla="*/ 427 h 445"/>
                <a:gd name="T72" fmla="*/ 279 w 352"/>
                <a:gd name="T73" fmla="*/ 437 h 445"/>
                <a:gd name="T74" fmla="*/ 246 w 352"/>
                <a:gd name="T75" fmla="*/ 443 h 445"/>
                <a:gd name="T76" fmla="*/ 212 w 352"/>
                <a:gd name="T77" fmla="*/ 445 h 445"/>
                <a:gd name="T78" fmla="*/ 123 w 352"/>
                <a:gd name="T79" fmla="*/ 430 h 445"/>
                <a:gd name="T80" fmla="*/ 56 w 352"/>
                <a:gd name="T81" fmla="*/ 385 h 445"/>
                <a:gd name="T82" fmla="*/ 14 w 352"/>
                <a:gd name="T83" fmla="*/ 316 h 445"/>
                <a:gd name="T84" fmla="*/ 0 w 352"/>
                <a:gd name="T85" fmla="*/ 227 h 445"/>
                <a:gd name="T86" fmla="*/ 15 w 352"/>
                <a:gd name="T87" fmla="*/ 133 h 445"/>
                <a:gd name="T88" fmla="*/ 59 w 352"/>
                <a:gd name="T89" fmla="*/ 62 h 445"/>
                <a:gd name="T90" fmla="*/ 127 w 352"/>
                <a:gd name="T91" fmla="*/ 16 h 445"/>
                <a:gd name="T92" fmla="*/ 215 w 352"/>
                <a:gd name="T93" fmla="*/ 0 h 445"/>
                <a:gd name="T94" fmla="*/ 262 w 352"/>
                <a:gd name="T95" fmla="*/ 4 h 445"/>
                <a:gd name="T96" fmla="*/ 300 w 352"/>
                <a:gd name="T97" fmla="*/ 15 h 445"/>
                <a:gd name="T98" fmla="*/ 329 w 352"/>
                <a:gd name="T99" fmla="*/ 27 h 445"/>
                <a:gd name="T100" fmla="*/ 345 w 352"/>
                <a:gd name="T101" fmla="*/ 38 h 445"/>
                <a:gd name="T102" fmla="*/ 351 w 352"/>
                <a:gd name="T103" fmla="*/ 48 h 445"/>
                <a:gd name="T104" fmla="*/ 352 w 352"/>
                <a:gd name="T105" fmla="*/ 65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52" h="445">
                  <a:moveTo>
                    <a:pt x="352" y="65"/>
                  </a:moveTo>
                  <a:cubicBezTo>
                    <a:pt x="352" y="69"/>
                    <a:pt x="352" y="73"/>
                    <a:pt x="352" y="76"/>
                  </a:cubicBezTo>
                  <a:cubicBezTo>
                    <a:pt x="351" y="79"/>
                    <a:pt x="351" y="82"/>
                    <a:pt x="350" y="84"/>
                  </a:cubicBezTo>
                  <a:cubicBezTo>
                    <a:pt x="349" y="86"/>
                    <a:pt x="348" y="88"/>
                    <a:pt x="346" y="89"/>
                  </a:cubicBezTo>
                  <a:cubicBezTo>
                    <a:pt x="345" y="90"/>
                    <a:pt x="343" y="90"/>
                    <a:pt x="342" y="90"/>
                  </a:cubicBezTo>
                  <a:cubicBezTo>
                    <a:pt x="339" y="90"/>
                    <a:pt x="335" y="88"/>
                    <a:pt x="329" y="84"/>
                  </a:cubicBezTo>
                  <a:cubicBezTo>
                    <a:pt x="322" y="79"/>
                    <a:pt x="314" y="75"/>
                    <a:pt x="303" y="70"/>
                  </a:cubicBezTo>
                  <a:cubicBezTo>
                    <a:pt x="293" y="64"/>
                    <a:pt x="280" y="60"/>
                    <a:pt x="266" y="56"/>
                  </a:cubicBezTo>
                  <a:cubicBezTo>
                    <a:pt x="251" y="51"/>
                    <a:pt x="234" y="49"/>
                    <a:pt x="214" y="49"/>
                  </a:cubicBezTo>
                  <a:cubicBezTo>
                    <a:pt x="190" y="49"/>
                    <a:pt x="168" y="54"/>
                    <a:pt x="149" y="62"/>
                  </a:cubicBezTo>
                  <a:cubicBezTo>
                    <a:pt x="131" y="71"/>
                    <a:pt x="114" y="83"/>
                    <a:pt x="101" y="98"/>
                  </a:cubicBezTo>
                  <a:cubicBezTo>
                    <a:pt x="88" y="114"/>
                    <a:pt x="78" y="132"/>
                    <a:pt x="71" y="153"/>
                  </a:cubicBezTo>
                  <a:cubicBezTo>
                    <a:pt x="64" y="174"/>
                    <a:pt x="60" y="197"/>
                    <a:pt x="60" y="222"/>
                  </a:cubicBezTo>
                  <a:cubicBezTo>
                    <a:pt x="60" y="250"/>
                    <a:pt x="64" y="274"/>
                    <a:pt x="72" y="296"/>
                  </a:cubicBezTo>
                  <a:cubicBezTo>
                    <a:pt x="80" y="317"/>
                    <a:pt x="90" y="335"/>
                    <a:pt x="104" y="350"/>
                  </a:cubicBezTo>
                  <a:cubicBezTo>
                    <a:pt x="118" y="365"/>
                    <a:pt x="134" y="376"/>
                    <a:pt x="153" y="384"/>
                  </a:cubicBezTo>
                  <a:cubicBezTo>
                    <a:pt x="172" y="391"/>
                    <a:pt x="192" y="395"/>
                    <a:pt x="215" y="395"/>
                  </a:cubicBezTo>
                  <a:cubicBezTo>
                    <a:pt x="228" y="395"/>
                    <a:pt x="242" y="393"/>
                    <a:pt x="255" y="390"/>
                  </a:cubicBezTo>
                  <a:cubicBezTo>
                    <a:pt x="269" y="387"/>
                    <a:pt x="282" y="382"/>
                    <a:pt x="294" y="375"/>
                  </a:cubicBezTo>
                  <a:cubicBezTo>
                    <a:pt x="294" y="249"/>
                    <a:pt x="294" y="249"/>
                    <a:pt x="294" y="249"/>
                  </a:cubicBezTo>
                  <a:cubicBezTo>
                    <a:pt x="193" y="249"/>
                    <a:pt x="193" y="249"/>
                    <a:pt x="193" y="249"/>
                  </a:cubicBezTo>
                  <a:cubicBezTo>
                    <a:pt x="190" y="249"/>
                    <a:pt x="187" y="247"/>
                    <a:pt x="185" y="244"/>
                  </a:cubicBezTo>
                  <a:cubicBezTo>
                    <a:pt x="183" y="240"/>
                    <a:pt x="182" y="234"/>
                    <a:pt x="182" y="226"/>
                  </a:cubicBezTo>
                  <a:cubicBezTo>
                    <a:pt x="182" y="222"/>
                    <a:pt x="182" y="218"/>
                    <a:pt x="183" y="215"/>
                  </a:cubicBezTo>
                  <a:cubicBezTo>
                    <a:pt x="183" y="212"/>
                    <a:pt x="184" y="210"/>
                    <a:pt x="185" y="208"/>
                  </a:cubicBezTo>
                  <a:cubicBezTo>
                    <a:pt x="186" y="206"/>
                    <a:pt x="187" y="204"/>
                    <a:pt x="188" y="203"/>
                  </a:cubicBezTo>
                  <a:cubicBezTo>
                    <a:pt x="190" y="203"/>
                    <a:pt x="191" y="202"/>
                    <a:pt x="193" y="202"/>
                  </a:cubicBezTo>
                  <a:cubicBezTo>
                    <a:pt x="331" y="202"/>
                    <a:pt x="331" y="202"/>
                    <a:pt x="331" y="202"/>
                  </a:cubicBezTo>
                  <a:cubicBezTo>
                    <a:pt x="333" y="202"/>
                    <a:pt x="336" y="203"/>
                    <a:pt x="338" y="203"/>
                  </a:cubicBezTo>
                  <a:cubicBezTo>
                    <a:pt x="341" y="204"/>
                    <a:pt x="343" y="206"/>
                    <a:pt x="345" y="207"/>
                  </a:cubicBezTo>
                  <a:cubicBezTo>
                    <a:pt x="347" y="209"/>
                    <a:pt x="349" y="212"/>
                    <a:pt x="350" y="215"/>
                  </a:cubicBezTo>
                  <a:cubicBezTo>
                    <a:pt x="351" y="218"/>
                    <a:pt x="351" y="222"/>
                    <a:pt x="351" y="226"/>
                  </a:cubicBezTo>
                  <a:cubicBezTo>
                    <a:pt x="351" y="391"/>
                    <a:pt x="351" y="391"/>
                    <a:pt x="351" y="391"/>
                  </a:cubicBezTo>
                  <a:cubicBezTo>
                    <a:pt x="351" y="396"/>
                    <a:pt x="350" y="401"/>
                    <a:pt x="348" y="406"/>
                  </a:cubicBezTo>
                  <a:cubicBezTo>
                    <a:pt x="346" y="410"/>
                    <a:pt x="342" y="414"/>
                    <a:pt x="336" y="417"/>
                  </a:cubicBezTo>
                  <a:cubicBezTo>
                    <a:pt x="329" y="420"/>
                    <a:pt x="321" y="424"/>
                    <a:pt x="310" y="427"/>
                  </a:cubicBezTo>
                  <a:cubicBezTo>
                    <a:pt x="300" y="431"/>
                    <a:pt x="290" y="434"/>
                    <a:pt x="279" y="437"/>
                  </a:cubicBezTo>
                  <a:cubicBezTo>
                    <a:pt x="268" y="440"/>
                    <a:pt x="257" y="442"/>
                    <a:pt x="246" y="443"/>
                  </a:cubicBezTo>
                  <a:cubicBezTo>
                    <a:pt x="234" y="444"/>
                    <a:pt x="223" y="445"/>
                    <a:pt x="212" y="445"/>
                  </a:cubicBezTo>
                  <a:cubicBezTo>
                    <a:pt x="179" y="445"/>
                    <a:pt x="149" y="440"/>
                    <a:pt x="123" y="430"/>
                  </a:cubicBezTo>
                  <a:cubicBezTo>
                    <a:pt x="96" y="419"/>
                    <a:pt x="74" y="404"/>
                    <a:pt x="56" y="385"/>
                  </a:cubicBezTo>
                  <a:cubicBezTo>
                    <a:pt x="38" y="366"/>
                    <a:pt x="24" y="343"/>
                    <a:pt x="14" y="316"/>
                  </a:cubicBezTo>
                  <a:cubicBezTo>
                    <a:pt x="5" y="289"/>
                    <a:pt x="0" y="260"/>
                    <a:pt x="0" y="227"/>
                  </a:cubicBezTo>
                  <a:cubicBezTo>
                    <a:pt x="0" y="192"/>
                    <a:pt x="5" y="161"/>
                    <a:pt x="15" y="133"/>
                  </a:cubicBezTo>
                  <a:cubicBezTo>
                    <a:pt x="26" y="105"/>
                    <a:pt x="40" y="82"/>
                    <a:pt x="59" y="62"/>
                  </a:cubicBezTo>
                  <a:cubicBezTo>
                    <a:pt x="78" y="42"/>
                    <a:pt x="101" y="27"/>
                    <a:pt x="127" y="16"/>
                  </a:cubicBezTo>
                  <a:cubicBezTo>
                    <a:pt x="154" y="5"/>
                    <a:pt x="183" y="0"/>
                    <a:pt x="215" y="0"/>
                  </a:cubicBezTo>
                  <a:cubicBezTo>
                    <a:pt x="232" y="0"/>
                    <a:pt x="247" y="1"/>
                    <a:pt x="262" y="4"/>
                  </a:cubicBezTo>
                  <a:cubicBezTo>
                    <a:pt x="276" y="7"/>
                    <a:pt x="289" y="11"/>
                    <a:pt x="300" y="15"/>
                  </a:cubicBezTo>
                  <a:cubicBezTo>
                    <a:pt x="312" y="18"/>
                    <a:pt x="321" y="23"/>
                    <a:pt x="329" y="27"/>
                  </a:cubicBezTo>
                  <a:cubicBezTo>
                    <a:pt x="336" y="32"/>
                    <a:pt x="342" y="36"/>
                    <a:pt x="345" y="38"/>
                  </a:cubicBezTo>
                  <a:cubicBezTo>
                    <a:pt x="348" y="41"/>
                    <a:pt x="350" y="45"/>
                    <a:pt x="351" y="48"/>
                  </a:cubicBezTo>
                  <a:cubicBezTo>
                    <a:pt x="352" y="52"/>
                    <a:pt x="352" y="58"/>
                    <a:pt x="352" y="6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Freeform 157">
              <a:extLst>
                <a:ext uri="{FF2B5EF4-FFF2-40B4-BE49-F238E27FC236}">
                  <a16:creationId xmlns:a16="http://schemas.microsoft.com/office/drawing/2014/main" id="{9F37A311-2E5C-4821-B4D9-A59F2CEA13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276" y="4641336"/>
              <a:ext cx="117475" cy="177403"/>
            </a:xfrm>
            <a:custGeom>
              <a:avLst/>
              <a:gdLst>
                <a:gd name="T0" fmla="*/ 288 w 288"/>
                <a:gd name="T1" fmla="*/ 424 h 435"/>
                <a:gd name="T2" fmla="*/ 287 w 288"/>
                <a:gd name="T3" fmla="*/ 429 h 435"/>
                <a:gd name="T4" fmla="*/ 283 w 288"/>
                <a:gd name="T5" fmla="*/ 432 h 435"/>
                <a:gd name="T6" fmla="*/ 274 w 288"/>
                <a:gd name="T7" fmla="*/ 434 h 435"/>
                <a:gd name="T8" fmla="*/ 258 w 288"/>
                <a:gd name="T9" fmla="*/ 435 h 435"/>
                <a:gd name="T10" fmla="*/ 243 w 288"/>
                <a:gd name="T11" fmla="*/ 434 h 435"/>
                <a:gd name="T12" fmla="*/ 235 w 288"/>
                <a:gd name="T13" fmla="*/ 432 h 435"/>
                <a:gd name="T14" fmla="*/ 229 w 288"/>
                <a:gd name="T15" fmla="*/ 428 h 435"/>
                <a:gd name="T16" fmla="*/ 226 w 288"/>
                <a:gd name="T17" fmla="*/ 421 h 435"/>
                <a:gd name="T18" fmla="*/ 186 w 288"/>
                <a:gd name="T19" fmla="*/ 319 h 435"/>
                <a:gd name="T20" fmla="*/ 172 w 288"/>
                <a:gd name="T21" fmla="*/ 287 h 435"/>
                <a:gd name="T22" fmla="*/ 154 w 288"/>
                <a:gd name="T23" fmla="*/ 262 h 435"/>
                <a:gd name="T24" fmla="*/ 129 w 288"/>
                <a:gd name="T25" fmla="*/ 246 h 435"/>
                <a:gd name="T26" fmla="*/ 96 w 288"/>
                <a:gd name="T27" fmla="*/ 240 h 435"/>
                <a:gd name="T28" fmla="*/ 57 w 288"/>
                <a:gd name="T29" fmla="*/ 240 h 435"/>
                <a:gd name="T30" fmla="*/ 57 w 288"/>
                <a:gd name="T31" fmla="*/ 424 h 435"/>
                <a:gd name="T32" fmla="*/ 56 w 288"/>
                <a:gd name="T33" fmla="*/ 429 h 435"/>
                <a:gd name="T34" fmla="*/ 51 w 288"/>
                <a:gd name="T35" fmla="*/ 432 h 435"/>
                <a:gd name="T36" fmla="*/ 42 w 288"/>
                <a:gd name="T37" fmla="*/ 434 h 435"/>
                <a:gd name="T38" fmla="*/ 28 w 288"/>
                <a:gd name="T39" fmla="*/ 435 h 435"/>
                <a:gd name="T40" fmla="*/ 14 w 288"/>
                <a:gd name="T41" fmla="*/ 434 h 435"/>
                <a:gd name="T42" fmla="*/ 6 w 288"/>
                <a:gd name="T43" fmla="*/ 432 h 435"/>
                <a:gd name="T44" fmla="*/ 1 w 288"/>
                <a:gd name="T45" fmla="*/ 429 h 435"/>
                <a:gd name="T46" fmla="*/ 0 w 288"/>
                <a:gd name="T47" fmla="*/ 424 h 435"/>
                <a:gd name="T48" fmla="*/ 0 w 288"/>
                <a:gd name="T49" fmla="*/ 23 h 435"/>
                <a:gd name="T50" fmla="*/ 6 w 288"/>
                <a:gd name="T51" fmla="*/ 5 h 435"/>
                <a:gd name="T52" fmla="*/ 21 w 288"/>
                <a:gd name="T53" fmla="*/ 0 h 435"/>
                <a:gd name="T54" fmla="*/ 113 w 288"/>
                <a:gd name="T55" fmla="*/ 0 h 435"/>
                <a:gd name="T56" fmla="*/ 140 w 288"/>
                <a:gd name="T57" fmla="*/ 1 h 435"/>
                <a:gd name="T58" fmla="*/ 160 w 288"/>
                <a:gd name="T59" fmla="*/ 2 h 435"/>
                <a:gd name="T60" fmla="*/ 204 w 288"/>
                <a:gd name="T61" fmla="*/ 16 h 435"/>
                <a:gd name="T62" fmla="*/ 237 w 288"/>
                <a:gd name="T63" fmla="*/ 40 h 435"/>
                <a:gd name="T64" fmla="*/ 256 w 288"/>
                <a:gd name="T65" fmla="*/ 73 h 435"/>
                <a:gd name="T66" fmla="*/ 263 w 288"/>
                <a:gd name="T67" fmla="*/ 114 h 435"/>
                <a:gd name="T68" fmla="*/ 257 w 288"/>
                <a:gd name="T69" fmla="*/ 153 h 435"/>
                <a:gd name="T70" fmla="*/ 240 w 288"/>
                <a:gd name="T71" fmla="*/ 183 h 435"/>
                <a:gd name="T72" fmla="*/ 213 w 288"/>
                <a:gd name="T73" fmla="*/ 206 h 435"/>
                <a:gd name="T74" fmla="*/ 179 w 288"/>
                <a:gd name="T75" fmla="*/ 223 h 435"/>
                <a:gd name="T76" fmla="*/ 198 w 288"/>
                <a:gd name="T77" fmla="*/ 234 h 435"/>
                <a:gd name="T78" fmla="*/ 215 w 288"/>
                <a:gd name="T79" fmla="*/ 252 h 435"/>
                <a:gd name="T80" fmla="*/ 229 w 288"/>
                <a:gd name="T81" fmla="*/ 275 h 435"/>
                <a:gd name="T82" fmla="*/ 242 w 288"/>
                <a:gd name="T83" fmla="*/ 304 h 435"/>
                <a:gd name="T84" fmla="*/ 281 w 288"/>
                <a:gd name="T85" fmla="*/ 400 h 435"/>
                <a:gd name="T86" fmla="*/ 287 w 288"/>
                <a:gd name="T87" fmla="*/ 417 h 435"/>
                <a:gd name="T88" fmla="*/ 288 w 288"/>
                <a:gd name="T89" fmla="*/ 424 h 435"/>
                <a:gd name="T90" fmla="*/ 202 w 288"/>
                <a:gd name="T91" fmla="*/ 120 h 435"/>
                <a:gd name="T92" fmla="*/ 190 w 288"/>
                <a:gd name="T93" fmla="*/ 77 h 435"/>
                <a:gd name="T94" fmla="*/ 152 w 288"/>
                <a:gd name="T95" fmla="*/ 52 h 435"/>
                <a:gd name="T96" fmla="*/ 133 w 288"/>
                <a:gd name="T97" fmla="*/ 48 h 435"/>
                <a:gd name="T98" fmla="*/ 106 w 288"/>
                <a:gd name="T99" fmla="*/ 47 h 435"/>
                <a:gd name="T100" fmla="*/ 57 w 288"/>
                <a:gd name="T101" fmla="*/ 47 h 435"/>
                <a:gd name="T102" fmla="*/ 57 w 288"/>
                <a:gd name="T103" fmla="*/ 193 h 435"/>
                <a:gd name="T104" fmla="*/ 113 w 288"/>
                <a:gd name="T105" fmla="*/ 193 h 435"/>
                <a:gd name="T106" fmla="*/ 153 w 288"/>
                <a:gd name="T107" fmla="*/ 188 h 435"/>
                <a:gd name="T108" fmla="*/ 180 w 288"/>
                <a:gd name="T109" fmla="*/ 172 h 435"/>
                <a:gd name="T110" fmla="*/ 197 w 288"/>
                <a:gd name="T111" fmla="*/ 149 h 435"/>
                <a:gd name="T112" fmla="*/ 202 w 288"/>
                <a:gd name="T113" fmla="*/ 120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8" h="435">
                  <a:moveTo>
                    <a:pt x="288" y="424"/>
                  </a:moveTo>
                  <a:cubicBezTo>
                    <a:pt x="288" y="426"/>
                    <a:pt x="288" y="427"/>
                    <a:pt x="287" y="429"/>
                  </a:cubicBezTo>
                  <a:cubicBezTo>
                    <a:pt x="287" y="430"/>
                    <a:pt x="285" y="431"/>
                    <a:pt x="283" y="432"/>
                  </a:cubicBezTo>
                  <a:cubicBezTo>
                    <a:pt x="281" y="433"/>
                    <a:pt x="278" y="434"/>
                    <a:pt x="274" y="434"/>
                  </a:cubicBezTo>
                  <a:cubicBezTo>
                    <a:pt x="270" y="435"/>
                    <a:pt x="264" y="435"/>
                    <a:pt x="258" y="435"/>
                  </a:cubicBezTo>
                  <a:cubicBezTo>
                    <a:pt x="252" y="435"/>
                    <a:pt x="247" y="435"/>
                    <a:pt x="243" y="434"/>
                  </a:cubicBezTo>
                  <a:cubicBezTo>
                    <a:pt x="240" y="434"/>
                    <a:pt x="237" y="433"/>
                    <a:pt x="235" y="432"/>
                  </a:cubicBezTo>
                  <a:cubicBezTo>
                    <a:pt x="232" y="431"/>
                    <a:pt x="231" y="430"/>
                    <a:pt x="229" y="428"/>
                  </a:cubicBezTo>
                  <a:cubicBezTo>
                    <a:pt x="228" y="426"/>
                    <a:pt x="227" y="424"/>
                    <a:pt x="226" y="421"/>
                  </a:cubicBezTo>
                  <a:cubicBezTo>
                    <a:pt x="186" y="319"/>
                    <a:pt x="186" y="319"/>
                    <a:pt x="186" y="319"/>
                  </a:cubicBezTo>
                  <a:cubicBezTo>
                    <a:pt x="182" y="307"/>
                    <a:pt x="177" y="297"/>
                    <a:pt x="172" y="287"/>
                  </a:cubicBezTo>
                  <a:cubicBezTo>
                    <a:pt x="167" y="277"/>
                    <a:pt x="161" y="269"/>
                    <a:pt x="154" y="262"/>
                  </a:cubicBezTo>
                  <a:cubicBezTo>
                    <a:pt x="147" y="255"/>
                    <a:pt x="139" y="249"/>
                    <a:pt x="129" y="246"/>
                  </a:cubicBezTo>
                  <a:cubicBezTo>
                    <a:pt x="120" y="242"/>
                    <a:pt x="109" y="240"/>
                    <a:pt x="96" y="240"/>
                  </a:cubicBezTo>
                  <a:cubicBezTo>
                    <a:pt x="57" y="240"/>
                    <a:pt x="57" y="240"/>
                    <a:pt x="57" y="240"/>
                  </a:cubicBezTo>
                  <a:cubicBezTo>
                    <a:pt x="57" y="424"/>
                    <a:pt x="57" y="424"/>
                    <a:pt x="57" y="424"/>
                  </a:cubicBezTo>
                  <a:cubicBezTo>
                    <a:pt x="57" y="426"/>
                    <a:pt x="57" y="427"/>
                    <a:pt x="56" y="429"/>
                  </a:cubicBezTo>
                  <a:cubicBezTo>
                    <a:pt x="55" y="430"/>
                    <a:pt x="53" y="431"/>
                    <a:pt x="51" y="432"/>
                  </a:cubicBezTo>
                  <a:cubicBezTo>
                    <a:pt x="49" y="433"/>
                    <a:pt x="46" y="433"/>
                    <a:pt x="42" y="434"/>
                  </a:cubicBezTo>
                  <a:cubicBezTo>
                    <a:pt x="39" y="434"/>
                    <a:pt x="34" y="435"/>
                    <a:pt x="28" y="435"/>
                  </a:cubicBezTo>
                  <a:cubicBezTo>
                    <a:pt x="23" y="435"/>
                    <a:pt x="18" y="434"/>
                    <a:pt x="14" y="434"/>
                  </a:cubicBezTo>
                  <a:cubicBezTo>
                    <a:pt x="11" y="433"/>
                    <a:pt x="8" y="433"/>
                    <a:pt x="6" y="432"/>
                  </a:cubicBezTo>
                  <a:cubicBezTo>
                    <a:pt x="3" y="431"/>
                    <a:pt x="2" y="430"/>
                    <a:pt x="1" y="429"/>
                  </a:cubicBezTo>
                  <a:cubicBezTo>
                    <a:pt x="0" y="427"/>
                    <a:pt x="0" y="426"/>
                    <a:pt x="0" y="4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4"/>
                    <a:pt x="2" y="8"/>
                    <a:pt x="6" y="5"/>
                  </a:cubicBezTo>
                  <a:cubicBezTo>
                    <a:pt x="11" y="1"/>
                    <a:pt x="16" y="0"/>
                    <a:pt x="21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24" y="0"/>
                    <a:pt x="133" y="0"/>
                    <a:pt x="140" y="1"/>
                  </a:cubicBezTo>
                  <a:cubicBezTo>
                    <a:pt x="148" y="1"/>
                    <a:pt x="154" y="2"/>
                    <a:pt x="160" y="2"/>
                  </a:cubicBezTo>
                  <a:cubicBezTo>
                    <a:pt x="177" y="5"/>
                    <a:pt x="191" y="10"/>
                    <a:pt x="204" y="16"/>
                  </a:cubicBezTo>
                  <a:cubicBezTo>
                    <a:pt x="217" y="22"/>
                    <a:pt x="228" y="30"/>
                    <a:pt x="237" y="40"/>
                  </a:cubicBezTo>
                  <a:cubicBezTo>
                    <a:pt x="245" y="49"/>
                    <a:pt x="252" y="60"/>
                    <a:pt x="256" y="73"/>
                  </a:cubicBezTo>
                  <a:cubicBezTo>
                    <a:pt x="260" y="85"/>
                    <a:pt x="263" y="99"/>
                    <a:pt x="263" y="114"/>
                  </a:cubicBezTo>
                  <a:cubicBezTo>
                    <a:pt x="263" y="128"/>
                    <a:pt x="261" y="141"/>
                    <a:pt x="257" y="153"/>
                  </a:cubicBezTo>
                  <a:cubicBezTo>
                    <a:pt x="253" y="164"/>
                    <a:pt x="247" y="174"/>
                    <a:pt x="240" y="183"/>
                  </a:cubicBezTo>
                  <a:cubicBezTo>
                    <a:pt x="233" y="192"/>
                    <a:pt x="224" y="200"/>
                    <a:pt x="213" y="206"/>
                  </a:cubicBezTo>
                  <a:cubicBezTo>
                    <a:pt x="203" y="213"/>
                    <a:pt x="192" y="218"/>
                    <a:pt x="179" y="223"/>
                  </a:cubicBezTo>
                  <a:cubicBezTo>
                    <a:pt x="186" y="226"/>
                    <a:pt x="193" y="230"/>
                    <a:pt x="198" y="234"/>
                  </a:cubicBezTo>
                  <a:cubicBezTo>
                    <a:pt x="204" y="239"/>
                    <a:pt x="210" y="245"/>
                    <a:pt x="215" y="252"/>
                  </a:cubicBezTo>
                  <a:cubicBezTo>
                    <a:pt x="220" y="258"/>
                    <a:pt x="224" y="266"/>
                    <a:pt x="229" y="275"/>
                  </a:cubicBezTo>
                  <a:cubicBezTo>
                    <a:pt x="233" y="283"/>
                    <a:pt x="238" y="293"/>
                    <a:pt x="242" y="304"/>
                  </a:cubicBezTo>
                  <a:cubicBezTo>
                    <a:pt x="281" y="400"/>
                    <a:pt x="281" y="400"/>
                    <a:pt x="281" y="400"/>
                  </a:cubicBezTo>
                  <a:cubicBezTo>
                    <a:pt x="284" y="408"/>
                    <a:pt x="286" y="413"/>
                    <a:pt x="287" y="417"/>
                  </a:cubicBezTo>
                  <a:cubicBezTo>
                    <a:pt x="288" y="420"/>
                    <a:pt x="288" y="422"/>
                    <a:pt x="288" y="424"/>
                  </a:cubicBezTo>
                  <a:close/>
                  <a:moveTo>
                    <a:pt x="202" y="120"/>
                  </a:moveTo>
                  <a:cubicBezTo>
                    <a:pt x="202" y="103"/>
                    <a:pt x="198" y="89"/>
                    <a:pt x="190" y="77"/>
                  </a:cubicBezTo>
                  <a:cubicBezTo>
                    <a:pt x="183" y="65"/>
                    <a:pt x="170" y="57"/>
                    <a:pt x="152" y="52"/>
                  </a:cubicBezTo>
                  <a:cubicBezTo>
                    <a:pt x="147" y="50"/>
                    <a:pt x="140" y="49"/>
                    <a:pt x="133" y="48"/>
                  </a:cubicBezTo>
                  <a:cubicBezTo>
                    <a:pt x="126" y="48"/>
                    <a:pt x="117" y="47"/>
                    <a:pt x="106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193"/>
                    <a:pt x="57" y="193"/>
                    <a:pt x="57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29" y="193"/>
                    <a:pt x="142" y="191"/>
                    <a:pt x="153" y="188"/>
                  </a:cubicBezTo>
                  <a:cubicBezTo>
                    <a:pt x="164" y="184"/>
                    <a:pt x="173" y="179"/>
                    <a:pt x="180" y="172"/>
                  </a:cubicBezTo>
                  <a:cubicBezTo>
                    <a:pt x="188" y="166"/>
                    <a:pt x="193" y="158"/>
                    <a:pt x="197" y="149"/>
                  </a:cubicBezTo>
                  <a:cubicBezTo>
                    <a:pt x="200" y="140"/>
                    <a:pt x="202" y="130"/>
                    <a:pt x="202" y="1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Freeform 182">
              <a:extLst>
                <a:ext uri="{FF2B5EF4-FFF2-40B4-BE49-F238E27FC236}">
                  <a16:creationId xmlns:a16="http://schemas.microsoft.com/office/drawing/2014/main" id="{1D5C7DD9-D2D8-490B-AA6D-5AF6B6606357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2010879" y="5947054"/>
              <a:ext cx="119438" cy="177800"/>
            </a:xfrm>
            <a:custGeom>
              <a:avLst/>
              <a:gdLst>
                <a:gd name="T0" fmla="*/ 71 w 71"/>
                <a:gd name="T1" fmla="*/ 32 h 108"/>
                <a:gd name="T2" fmla="*/ 68 w 71"/>
                <a:gd name="T3" fmla="*/ 46 h 108"/>
                <a:gd name="T4" fmla="*/ 61 w 71"/>
                <a:gd name="T5" fmla="*/ 57 h 108"/>
                <a:gd name="T6" fmla="*/ 48 w 71"/>
                <a:gd name="T7" fmla="*/ 65 h 108"/>
                <a:gd name="T8" fmla="*/ 29 w 71"/>
                <a:gd name="T9" fmla="*/ 68 h 108"/>
                <a:gd name="T10" fmla="*/ 14 w 71"/>
                <a:gd name="T11" fmla="*/ 68 h 108"/>
                <a:gd name="T12" fmla="*/ 14 w 71"/>
                <a:gd name="T13" fmla="*/ 108 h 108"/>
                <a:gd name="T14" fmla="*/ 0 w 71"/>
                <a:gd name="T15" fmla="*/ 108 h 108"/>
                <a:gd name="T16" fmla="*/ 0 w 71"/>
                <a:gd name="T17" fmla="*/ 0 h 108"/>
                <a:gd name="T18" fmla="*/ 29 w 71"/>
                <a:gd name="T19" fmla="*/ 0 h 108"/>
                <a:gd name="T20" fmla="*/ 46 w 71"/>
                <a:gd name="T21" fmla="*/ 1 h 108"/>
                <a:gd name="T22" fmla="*/ 58 w 71"/>
                <a:gd name="T23" fmla="*/ 6 h 108"/>
                <a:gd name="T24" fmla="*/ 67 w 71"/>
                <a:gd name="T25" fmla="*/ 17 h 108"/>
                <a:gd name="T26" fmla="*/ 71 w 71"/>
                <a:gd name="T27" fmla="*/ 32 h 108"/>
                <a:gd name="T28" fmla="*/ 56 w 71"/>
                <a:gd name="T29" fmla="*/ 33 h 108"/>
                <a:gd name="T30" fmla="*/ 54 w 71"/>
                <a:gd name="T31" fmla="*/ 23 h 108"/>
                <a:gd name="T32" fmla="*/ 48 w 71"/>
                <a:gd name="T33" fmla="*/ 16 h 108"/>
                <a:gd name="T34" fmla="*/ 40 w 71"/>
                <a:gd name="T35" fmla="*/ 13 h 108"/>
                <a:gd name="T36" fmla="*/ 28 w 71"/>
                <a:gd name="T37" fmla="*/ 12 h 108"/>
                <a:gd name="T38" fmla="*/ 14 w 71"/>
                <a:gd name="T39" fmla="*/ 12 h 108"/>
                <a:gd name="T40" fmla="*/ 14 w 71"/>
                <a:gd name="T41" fmla="*/ 56 h 108"/>
                <a:gd name="T42" fmla="*/ 26 w 71"/>
                <a:gd name="T43" fmla="*/ 56 h 108"/>
                <a:gd name="T44" fmla="*/ 41 w 71"/>
                <a:gd name="T45" fmla="*/ 54 h 108"/>
                <a:gd name="T46" fmla="*/ 49 w 71"/>
                <a:gd name="T47" fmla="*/ 49 h 108"/>
                <a:gd name="T48" fmla="*/ 54 w 71"/>
                <a:gd name="T49" fmla="*/ 42 h 108"/>
                <a:gd name="T50" fmla="*/ 56 w 71"/>
                <a:gd name="T51" fmla="*/ 3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1" h="108">
                  <a:moveTo>
                    <a:pt x="71" y="32"/>
                  </a:moveTo>
                  <a:cubicBezTo>
                    <a:pt x="71" y="37"/>
                    <a:pt x="70" y="42"/>
                    <a:pt x="68" y="46"/>
                  </a:cubicBezTo>
                  <a:cubicBezTo>
                    <a:pt x="67" y="50"/>
                    <a:pt x="64" y="54"/>
                    <a:pt x="61" y="57"/>
                  </a:cubicBezTo>
                  <a:cubicBezTo>
                    <a:pt x="57" y="60"/>
                    <a:pt x="53" y="63"/>
                    <a:pt x="48" y="65"/>
                  </a:cubicBezTo>
                  <a:cubicBezTo>
                    <a:pt x="43" y="67"/>
                    <a:pt x="36" y="68"/>
                    <a:pt x="29" y="68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14" y="108"/>
                    <a:pt x="14" y="108"/>
                    <a:pt x="14" y="108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6" y="0"/>
                    <a:pt x="41" y="0"/>
                    <a:pt x="46" y="1"/>
                  </a:cubicBezTo>
                  <a:cubicBezTo>
                    <a:pt x="50" y="2"/>
                    <a:pt x="54" y="4"/>
                    <a:pt x="58" y="6"/>
                  </a:cubicBezTo>
                  <a:cubicBezTo>
                    <a:pt x="62" y="9"/>
                    <a:pt x="65" y="13"/>
                    <a:pt x="67" y="17"/>
                  </a:cubicBezTo>
                  <a:cubicBezTo>
                    <a:pt x="70" y="21"/>
                    <a:pt x="71" y="26"/>
                    <a:pt x="71" y="32"/>
                  </a:cubicBezTo>
                  <a:close/>
                  <a:moveTo>
                    <a:pt x="56" y="33"/>
                  </a:moveTo>
                  <a:cubicBezTo>
                    <a:pt x="56" y="29"/>
                    <a:pt x="55" y="26"/>
                    <a:pt x="54" y="23"/>
                  </a:cubicBezTo>
                  <a:cubicBezTo>
                    <a:pt x="52" y="20"/>
                    <a:pt x="50" y="18"/>
                    <a:pt x="48" y="16"/>
                  </a:cubicBezTo>
                  <a:cubicBezTo>
                    <a:pt x="45" y="15"/>
                    <a:pt x="43" y="14"/>
                    <a:pt x="40" y="13"/>
                  </a:cubicBezTo>
                  <a:cubicBezTo>
                    <a:pt x="37" y="12"/>
                    <a:pt x="33" y="12"/>
                    <a:pt x="28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26" y="56"/>
                    <a:pt x="26" y="56"/>
                    <a:pt x="26" y="56"/>
                  </a:cubicBezTo>
                  <a:cubicBezTo>
                    <a:pt x="32" y="56"/>
                    <a:pt x="37" y="55"/>
                    <a:pt x="41" y="54"/>
                  </a:cubicBezTo>
                  <a:cubicBezTo>
                    <a:pt x="44" y="53"/>
                    <a:pt x="47" y="51"/>
                    <a:pt x="49" y="49"/>
                  </a:cubicBezTo>
                  <a:cubicBezTo>
                    <a:pt x="52" y="47"/>
                    <a:pt x="53" y="44"/>
                    <a:pt x="54" y="42"/>
                  </a:cubicBezTo>
                  <a:cubicBezTo>
                    <a:pt x="55" y="39"/>
                    <a:pt x="56" y="36"/>
                    <a:pt x="56" y="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D9CC0FF-FAD9-FD2A-B92C-30211C7993E8}"/>
              </a:ext>
            </a:extLst>
          </p:cNvPr>
          <p:cNvSpPr/>
          <p:nvPr/>
        </p:nvSpPr>
        <p:spPr>
          <a:xfrm>
            <a:off x="0" y="2074033"/>
            <a:ext cx="12192000" cy="2340000"/>
          </a:xfrm>
          <a:prstGeom prst="rect">
            <a:avLst/>
          </a:prstGeom>
          <a:gradFill>
            <a:gsLst>
              <a:gs pos="0">
                <a:srgbClr val="1605FC">
                  <a:alpha val="55000"/>
                </a:srgbClr>
              </a:gs>
              <a:gs pos="100000">
                <a:srgbClr val="00A89C">
                  <a:alpha val="50000"/>
                </a:srgbClr>
              </a:gs>
            </a:gsLst>
            <a:lin ang="5400000" scaled="1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98E444-B1A3-9FED-C440-CE9685B7C1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074031"/>
            <a:ext cx="12192000" cy="2330293"/>
          </a:xfrm>
        </p:spPr>
        <p:txBody>
          <a:bodyPr vert="horz" wrap="square" lIns="540000" tIns="0" rIns="72000" bIns="0" anchor="ctr" anchorCtr="0">
            <a:noAutofit/>
          </a:bodyPr>
          <a:lstStyle>
            <a:lvl1pPr algn="l"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ru-RU" dirty="0"/>
              <a:t>Тема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244546925"/>
      </p:ext>
    </p:extLst>
  </p:cSld>
  <p:clrMapOvr>
    <a:masterClrMapping/>
  </p:clrMapOvr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азов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7170037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Слайд think-cell" r:id="rId5" imgW="383" imgH="384" progId="TCLayout.ActiveDocument.1">
                  <p:embed/>
                </p:oleObj>
              </mc:Choice>
              <mc:Fallback>
                <p:oleObj name="Слайд think-cell" r:id="rId5" imgW="383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sz="2000" b="0" i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6244" y="388154"/>
            <a:ext cx="10440000" cy="307777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Вывод слайда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6244" y="146305"/>
            <a:ext cx="10440000" cy="184666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2">
                    <a:lumMod val="65000"/>
                  </a:schemeClr>
                </a:solidFill>
                <a:latin typeface="+mj-lt"/>
              </a:defRPr>
            </a:lvl1pPr>
          </a:lstStyle>
          <a:p>
            <a:endParaRPr lang="ru-RU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6550" y="6312181"/>
            <a:ext cx="10584000" cy="138499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tx1"/>
                </a:solidFill>
                <a:latin typeface="+mj-lt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en-US" dirty="0"/>
              <a:t>1 – </a:t>
            </a:r>
            <a:r>
              <a:rPr lang="ru-RU" dirty="0"/>
              <a:t>текст сноски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2" hasCustomPrompt="1"/>
          </p:nvPr>
        </p:nvSpPr>
        <p:spPr>
          <a:xfrm>
            <a:off x="336245" y="6504109"/>
            <a:ext cx="10584000" cy="138499"/>
          </a:xfrm>
        </p:spPr>
        <p:txBody>
          <a:bodyPr wrap="square" anchor="t" anchorCtr="0">
            <a:spAutoFit/>
          </a:bodyPr>
          <a:lstStyle>
            <a:lvl1pPr>
              <a:defRPr sz="900" baseline="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Источник: анализ рабочей группы</a:t>
            </a:r>
          </a:p>
        </p:txBody>
      </p:sp>
    </p:spTree>
    <p:extLst>
      <p:ext uri="{BB962C8B-B14F-4D97-AF65-F5344CB8AC3E}">
        <p14:creationId xmlns:p14="http://schemas.microsoft.com/office/powerpoint/2010/main" val="15545258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vmlDrawing" Target="../drawings/vmlDrawing1.vml"/><Relationship Id="rId4" Type="http://schemas.openxmlformats.org/officeDocument/2006/relationships/theme" Target="../theme/theme1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 hidden="1">
            <a:extLst>
              <a:ext uri="{FF2B5EF4-FFF2-40B4-BE49-F238E27FC236}">
                <a16:creationId xmlns:a16="http://schemas.microsoft.com/office/drawing/2014/main" id="{6ABB0028-3C18-4871-A0BC-367619F943B9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83904224"/>
              </p:ext>
            </p:extLst>
          </p:nvPr>
        </p:nvGraphicFramePr>
        <p:xfrm>
          <a:off x="1813" y="1441"/>
          <a:ext cx="1809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Слайд think-cell" r:id="rId8" imgW="384" imgH="384" progId="TCLayout.ActiveDocument.1">
                  <p:embed/>
                </p:oleObj>
              </mc:Choice>
              <mc:Fallback>
                <p:oleObj name="Слайд think-cell" r:id="rId8" imgW="384" imgH="384" progId="TCLayout.ActiveDocument.1">
                  <p:embed/>
                  <p:pic>
                    <p:nvPicPr>
                      <p:cNvPr id="7" name="Объект 6" hidden="1">
                        <a:extLst>
                          <a:ext uri="{FF2B5EF4-FFF2-40B4-BE49-F238E27FC236}">
                            <a16:creationId xmlns:a16="http://schemas.microsoft.com/office/drawing/2014/main" id="{6ABB0028-3C18-4871-A0BC-367619F943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13" y="1441"/>
                        <a:ext cx="1809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Прямоугольник 3" hidden="1"/>
          <p:cNvSpPr/>
          <p:nvPr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sz="2000" b="0" i="0" baseline="0" dirty="0">
              <a:solidFill>
                <a:schemeClr val="tx1"/>
              </a:solidFill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336000" y="1196975"/>
            <a:ext cx="11520000" cy="10778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6000" y="388154"/>
            <a:ext cx="10440000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ru-RU" dirty="0"/>
              <a:t>Вывод слайда</a:t>
            </a:r>
          </a:p>
        </p:txBody>
      </p:sp>
      <p:sp>
        <p:nvSpPr>
          <p:cNvPr id="39" name="Полилиния 38"/>
          <p:cNvSpPr/>
          <p:nvPr/>
        </p:nvSpPr>
        <p:spPr>
          <a:xfrm rot="5400000" flipH="1" flipV="1">
            <a:off x="11030136" y="5696136"/>
            <a:ext cx="1162585" cy="1161143"/>
          </a:xfrm>
          <a:custGeom>
            <a:avLst/>
            <a:gdLst>
              <a:gd name="connsiteX0" fmla="*/ 1 w 3701025"/>
              <a:gd name="connsiteY0" fmla="*/ 0 h 3696435"/>
              <a:gd name="connsiteX1" fmla="*/ 3696328 w 3701025"/>
              <a:gd name="connsiteY1" fmla="*/ 3510683 h 3696435"/>
              <a:gd name="connsiteX2" fmla="*/ 3701025 w 3701025"/>
              <a:gd name="connsiteY2" fmla="*/ 3696435 h 3696435"/>
              <a:gd name="connsiteX3" fmla="*/ 0 w 3701025"/>
              <a:gd name="connsiteY3" fmla="*/ 3696435 h 3696435"/>
              <a:gd name="connsiteX4" fmla="*/ 0 w 3701025"/>
              <a:gd name="connsiteY4" fmla="*/ 0 h 3696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01025" h="3696435">
                <a:moveTo>
                  <a:pt x="1" y="0"/>
                </a:moveTo>
                <a:cubicBezTo>
                  <a:pt x="1980209" y="0"/>
                  <a:pt x="3597200" y="1555111"/>
                  <a:pt x="3696328" y="3510683"/>
                </a:cubicBezTo>
                <a:lnTo>
                  <a:pt x="3701025" y="3696435"/>
                </a:lnTo>
                <a:lnTo>
                  <a:pt x="0" y="369643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605FC">
                  <a:alpha val="93000"/>
                </a:srgbClr>
              </a:gs>
              <a:gs pos="100000">
                <a:srgbClr val="00A89C">
                  <a:alpha val="95000"/>
                </a:srgbClr>
              </a:gs>
            </a:gsLst>
            <a:lin ang="2700000" scaled="1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191875" y="6443316"/>
            <a:ext cx="664369" cy="30777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r"/>
            <a:fld id="{3E423E46-B7A0-4744-B3E1-320992BDBEC7}" type="slidenum">
              <a:rPr lang="ru-RU" sz="2000" b="0" smtClean="0">
                <a:solidFill>
                  <a:schemeClr val="bg1"/>
                </a:solidFill>
              </a:rPr>
              <a:pPr algn="r"/>
              <a:t>‹#›</a:t>
            </a:fld>
            <a:endParaRPr lang="ru-RU" sz="2000" b="0" dirty="0">
              <a:solidFill>
                <a:schemeClr val="bg1"/>
              </a:solidFill>
            </a:endParaRPr>
          </a:p>
        </p:txBody>
      </p:sp>
      <p:grpSp>
        <p:nvGrpSpPr>
          <p:cNvPr id="20" name="Группа 19"/>
          <p:cNvGrpSpPr>
            <a:grpSpLocks noChangeAspect="1"/>
          </p:cNvGrpSpPr>
          <p:nvPr/>
        </p:nvGrpSpPr>
        <p:grpSpPr>
          <a:xfrm>
            <a:off x="11247276" y="152411"/>
            <a:ext cx="608724" cy="641865"/>
            <a:chOff x="570214" y="4641336"/>
            <a:chExt cx="1625599" cy="1714102"/>
          </a:xfrm>
          <a:gradFill>
            <a:gsLst>
              <a:gs pos="0">
                <a:srgbClr val="1605FC">
                  <a:alpha val="93000"/>
                </a:srgbClr>
              </a:gs>
              <a:gs pos="100000">
                <a:srgbClr val="00A89C">
                  <a:alpha val="95000"/>
                </a:srgbClr>
              </a:gs>
            </a:gsLst>
            <a:lin ang="2700000" scaled="1"/>
          </a:gradFill>
        </p:grpSpPr>
        <p:sp>
          <p:nvSpPr>
            <p:cNvPr id="21" name="Freeform 147"/>
            <p:cNvSpPr>
              <a:spLocks noEditPoints="1"/>
            </p:cNvSpPr>
            <p:nvPr userDrawn="1"/>
          </p:nvSpPr>
          <p:spPr bwMode="auto">
            <a:xfrm>
              <a:off x="955976" y="5129492"/>
              <a:ext cx="420687" cy="826293"/>
            </a:xfrm>
            <a:custGeom>
              <a:avLst/>
              <a:gdLst>
                <a:gd name="T0" fmla="*/ 931 w 1030"/>
                <a:gd name="T1" fmla="*/ 46 h 2024"/>
                <a:gd name="T2" fmla="*/ 557 w 1030"/>
                <a:gd name="T3" fmla="*/ 117 h 2024"/>
                <a:gd name="T4" fmla="*/ 122 w 1030"/>
                <a:gd name="T5" fmla="*/ 616 h 2024"/>
                <a:gd name="T6" fmla="*/ 0 w 1030"/>
                <a:gd name="T7" fmla="*/ 1221 h 2024"/>
                <a:gd name="T8" fmla="*/ 267 w 1030"/>
                <a:gd name="T9" fmla="*/ 1738 h 2024"/>
                <a:gd name="T10" fmla="*/ 759 w 1030"/>
                <a:gd name="T11" fmla="*/ 2024 h 2024"/>
                <a:gd name="T12" fmla="*/ 995 w 1030"/>
                <a:gd name="T13" fmla="*/ 124 h 2024"/>
                <a:gd name="T14" fmla="*/ 759 w 1030"/>
                <a:gd name="T15" fmla="*/ 1977 h 2024"/>
                <a:gd name="T16" fmla="*/ 744 w 1030"/>
                <a:gd name="T17" fmla="*/ 1590 h 2024"/>
                <a:gd name="T18" fmla="*/ 819 w 1030"/>
                <a:gd name="T19" fmla="*/ 1488 h 2024"/>
                <a:gd name="T20" fmla="*/ 696 w 1030"/>
                <a:gd name="T21" fmla="*/ 1412 h 2024"/>
                <a:gd name="T22" fmla="*/ 906 w 1030"/>
                <a:gd name="T23" fmla="*/ 1334 h 2024"/>
                <a:gd name="T24" fmla="*/ 658 w 1030"/>
                <a:gd name="T25" fmla="*/ 1384 h 2024"/>
                <a:gd name="T26" fmla="*/ 482 w 1030"/>
                <a:gd name="T27" fmla="*/ 1826 h 2024"/>
                <a:gd name="T28" fmla="*/ 299 w 1030"/>
                <a:gd name="T29" fmla="*/ 1702 h 2024"/>
                <a:gd name="T30" fmla="*/ 47 w 1030"/>
                <a:gd name="T31" fmla="*/ 1221 h 2024"/>
                <a:gd name="T32" fmla="*/ 251 w 1030"/>
                <a:gd name="T33" fmla="*/ 977 h 2024"/>
                <a:gd name="T34" fmla="*/ 361 w 1030"/>
                <a:gd name="T35" fmla="*/ 1295 h 2024"/>
                <a:gd name="T36" fmla="*/ 449 w 1030"/>
                <a:gd name="T37" fmla="*/ 1217 h 2024"/>
                <a:gd name="T38" fmla="*/ 606 w 1030"/>
                <a:gd name="T39" fmla="*/ 1131 h 2024"/>
                <a:gd name="T40" fmla="*/ 685 w 1030"/>
                <a:gd name="T41" fmla="*/ 1053 h 2024"/>
                <a:gd name="T42" fmla="*/ 494 w 1030"/>
                <a:gd name="T43" fmla="*/ 1081 h 2024"/>
                <a:gd name="T44" fmla="*/ 98 w 1030"/>
                <a:gd name="T45" fmla="*/ 851 h 2024"/>
                <a:gd name="T46" fmla="*/ 435 w 1030"/>
                <a:gd name="T47" fmla="*/ 649 h 2024"/>
                <a:gd name="T48" fmla="*/ 176 w 1030"/>
                <a:gd name="T49" fmla="*/ 797 h 2024"/>
                <a:gd name="T50" fmla="*/ 482 w 1030"/>
                <a:gd name="T51" fmla="*/ 649 h 2024"/>
                <a:gd name="T52" fmla="*/ 557 w 1030"/>
                <a:gd name="T53" fmla="*/ 164 h 2024"/>
                <a:gd name="T54" fmla="*/ 647 w 1030"/>
                <a:gd name="T55" fmla="*/ 325 h 2024"/>
                <a:gd name="T56" fmla="*/ 481 w 1030"/>
                <a:gd name="T57" fmla="*/ 415 h 2024"/>
                <a:gd name="T58" fmla="*/ 637 w 1030"/>
                <a:gd name="T59" fmla="*/ 402 h 2024"/>
                <a:gd name="T60" fmla="*/ 646 w 1030"/>
                <a:gd name="T61" fmla="*/ 141 h 2024"/>
                <a:gd name="T62" fmla="*/ 904 w 1030"/>
                <a:gd name="T63" fmla="*/ 83 h 2024"/>
                <a:gd name="T64" fmla="*/ 984 w 1030"/>
                <a:gd name="T65" fmla="*/ 282 h 2024"/>
                <a:gd name="T66" fmla="*/ 819 w 1030"/>
                <a:gd name="T67" fmla="*/ 1535 h 2024"/>
                <a:gd name="T68" fmla="*/ 787 w 1030"/>
                <a:gd name="T69" fmla="*/ 1567 h 2024"/>
                <a:gd name="T70" fmla="*/ 859 w 1030"/>
                <a:gd name="T71" fmla="*/ 1334 h 2024"/>
                <a:gd name="T72" fmla="*/ 439 w 1030"/>
                <a:gd name="T73" fmla="*/ 1263 h 2024"/>
                <a:gd name="T74" fmla="*/ 407 w 1030"/>
                <a:gd name="T75" fmla="*/ 1295 h 2024"/>
                <a:gd name="T76" fmla="*/ 685 w 1030"/>
                <a:gd name="T77" fmla="*/ 1099 h 2024"/>
                <a:gd name="T78" fmla="*/ 653 w 1030"/>
                <a:gd name="T79" fmla="*/ 1131 h 2024"/>
                <a:gd name="T80" fmla="*/ 222 w 1030"/>
                <a:gd name="T81" fmla="*/ 797 h 2024"/>
                <a:gd name="T82" fmla="*/ 592 w 1030"/>
                <a:gd name="T83" fmla="*/ 415 h 2024"/>
                <a:gd name="T84" fmla="*/ 560 w 1030"/>
                <a:gd name="T85" fmla="*/ 383 h 2024"/>
                <a:gd name="T86" fmla="*/ 590 w 1030"/>
                <a:gd name="T87" fmla="*/ 404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0" h="2024">
                  <a:moveTo>
                    <a:pt x="974" y="87"/>
                  </a:moveTo>
                  <a:cubicBezTo>
                    <a:pt x="961" y="72"/>
                    <a:pt x="947" y="58"/>
                    <a:pt x="932" y="46"/>
                  </a:cubicBezTo>
                  <a:cubicBezTo>
                    <a:pt x="932" y="46"/>
                    <a:pt x="932" y="46"/>
                    <a:pt x="931" y="46"/>
                  </a:cubicBezTo>
                  <a:cubicBezTo>
                    <a:pt x="893" y="16"/>
                    <a:pt x="847" y="0"/>
                    <a:pt x="800" y="0"/>
                  </a:cubicBezTo>
                  <a:cubicBezTo>
                    <a:pt x="719" y="0"/>
                    <a:pt x="645" y="46"/>
                    <a:pt x="603" y="121"/>
                  </a:cubicBezTo>
                  <a:cubicBezTo>
                    <a:pt x="588" y="118"/>
                    <a:pt x="573" y="117"/>
                    <a:pt x="557" y="117"/>
                  </a:cubicBezTo>
                  <a:cubicBezTo>
                    <a:pt x="408" y="117"/>
                    <a:pt x="287" y="251"/>
                    <a:pt x="287" y="416"/>
                  </a:cubicBezTo>
                  <a:cubicBezTo>
                    <a:pt x="287" y="420"/>
                    <a:pt x="287" y="458"/>
                    <a:pt x="286" y="481"/>
                  </a:cubicBezTo>
                  <a:cubicBezTo>
                    <a:pt x="221" y="507"/>
                    <a:pt x="164" y="554"/>
                    <a:pt x="122" y="616"/>
                  </a:cubicBezTo>
                  <a:cubicBezTo>
                    <a:pt x="76" y="684"/>
                    <a:pt x="52" y="765"/>
                    <a:pt x="52" y="851"/>
                  </a:cubicBezTo>
                  <a:cubicBezTo>
                    <a:pt x="52" y="879"/>
                    <a:pt x="66" y="972"/>
                    <a:pt x="70" y="1004"/>
                  </a:cubicBezTo>
                  <a:cubicBezTo>
                    <a:pt x="25" y="1065"/>
                    <a:pt x="0" y="1142"/>
                    <a:pt x="0" y="1221"/>
                  </a:cubicBezTo>
                  <a:cubicBezTo>
                    <a:pt x="0" y="1364"/>
                    <a:pt x="79" y="1491"/>
                    <a:pt x="199" y="1541"/>
                  </a:cubicBezTo>
                  <a:cubicBezTo>
                    <a:pt x="203" y="1609"/>
                    <a:pt x="224" y="1673"/>
                    <a:pt x="260" y="1727"/>
                  </a:cubicBezTo>
                  <a:cubicBezTo>
                    <a:pt x="262" y="1731"/>
                    <a:pt x="264" y="1734"/>
                    <a:pt x="267" y="1738"/>
                  </a:cubicBezTo>
                  <a:cubicBezTo>
                    <a:pt x="290" y="1771"/>
                    <a:pt x="319" y="1799"/>
                    <a:pt x="351" y="1821"/>
                  </a:cubicBezTo>
                  <a:cubicBezTo>
                    <a:pt x="393" y="1851"/>
                    <a:pt x="442" y="1869"/>
                    <a:pt x="492" y="1875"/>
                  </a:cubicBezTo>
                  <a:cubicBezTo>
                    <a:pt x="522" y="1933"/>
                    <a:pt x="619" y="2024"/>
                    <a:pt x="759" y="2024"/>
                  </a:cubicBezTo>
                  <a:cubicBezTo>
                    <a:pt x="909" y="2024"/>
                    <a:pt x="1030" y="1890"/>
                    <a:pt x="1030" y="1724"/>
                  </a:cubicBezTo>
                  <a:cubicBezTo>
                    <a:pt x="1030" y="282"/>
                    <a:pt x="1030" y="282"/>
                    <a:pt x="1030" y="282"/>
                  </a:cubicBezTo>
                  <a:cubicBezTo>
                    <a:pt x="1030" y="226"/>
                    <a:pt x="1018" y="171"/>
                    <a:pt x="995" y="124"/>
                  </a:cubicBezTo>
                  <a:cubicBezTo>
                    <a:pt x="988" y="108"/>
                    <a:pt x="980" y="96"/>
                    <a:pt x="974" y="87"/>
                  </a:cubicBezTo>
                  <a:close/>
                  <a:moveTo>
                    <a:pt x="984" y="1724"/>
                  </a:moveTo>
                  <a:cubicBezTo>
                    <a:pt x="984" y="1864"/>
                    <a:pt x="883" y="1977"/>
                    <a:pt x="759" y="1977"/>
                  </a:cubicBezTo>
                  <a:cubicBezTo>
                    <a:pt x="621" y="1977"/>
                    <a:pt x="542" y="1878"/>
                    <a:pt x="531" y="1847"/>
                  </a:cubicBezTo>
                  <a:cubicBezTo>
                    <a:pt x="528" y="1831"/>
                    <a:pt x="515" y="1723"/>
                    <a:pt x="576" y="1653"/>
                  </a:cubicBezTo>
                  <a:cubicBezTo>
                    <a:pt x="612" y="1612"/>
                    <a:pt x="669" y="1591"/>
                    <a:pt x="744" y="1590"/>
                  </a:cubicBezTo>
                  <a:cubicBezTo>
                    <a:pt x="754" y="1622"/>
                    <a:pt x="784" y="1646"/>
                    <a:pt x="819" y="1646"/>
                  </a:cubicBezTo>
                  <a:cubicBezTo>
                    <a:pt x="863" y="1646"/>
                    <a:pt x="898" y="1610"/>
                    <a:pt x="898" y="1567"/>
                  </a:cubicBezTo>
                  <a:cubicBezTo>
                    <a:pt x="898" y="1524"/>
                    <a:pt x="863" y="1488"/>
                    <a:pt x="819" y="1488"/>
                  </a:cubicBezTo>
                  <a:cubicBezTo>
                    <a:pt x="784" y="1488"/>
                    <a:pt x="754" y="1512"/>
                    <a:pt x="744" y="1544"/>
                  </a:cubicBezTo>
                  <a:cubicBezTo>
                    <a:pt x="718" y="1544"/>
                    <a:pt x="693" y="1546"/>
                    <a:pt x="670" y="1551"/>
                  </a:cubicBezTo>
                  <a:cubicBezTo>
                    <a:pt x="663" y="1492"/>
                    <a:pt x="671" y="1446"/>
                    <a:pt x="696" y="1412"/>
                  </a:cubicBezTo>
                  <a:cubicBezTo>
                    <a:pt x="714" y="1386"/>
                    <a:pt x="739" y="1374"/>
                    <a:pt x="756" y="1367"/>
                  </a:cubicBezTo>
                  <a:cubicBezTo>
                    <a:pt x="769" y="1394"/>
                    <a:pt x="796" y="1413"/>
                    <a:pt x="827" y="1413"/>
                  </a:cubicBezTo>
                  <a:cubicBezTo>
                    <a:pt x="871" y="1413"/>
                    <a:pt x="906" y="1377"/>
                    <a:pt x="906" y="1334"/>
                  </a:cubicBezTo>
                  <a:cubicBezTo>
                    <a:pt x="906" y="1291"/>
                    <a:pt x="871" y="1255"/>
                    <a:pt x="827" y="1255"/>
                  </a:cubicBezTo>
                  <a:cubicBezTo>
                    <a:pt x="788" y="1255"/>
                    <a:pt x="756" y="1283"/>
                    <a:pt x="750" y="1320"/>
                  </a:cubicBezTo>
                  <a:cubicBezTo>
                    <a:pt x="727" y="1327"/>
                    <a:pt x="688" y="1344"/>
                    <a:pt x="658" y="1384"/>
                  </a:cubicBezTo>
                  <a:cubicBezTo>
                    <a:pt x="625" y="1429"/>
                    <a:pt x="614" y="1490"/>
                    <a:pt x="625" y="1564"/>
                  </a:cubicBezTo>
                  <a:cubicBezTo>
                    <a:pt x="591" y="1578"/>
                    <a:pt x="563" y="1597"/>
                    <a:pt x="540" y="1623"/>
                  </a:cubicBezTo>
                  <a:cubicBezTo>
                    <a:pt x="482" y="1690"/>
                    <a:pt x="479" y="1780"/>
                    <a:pt x="482" y="1826"/>
                  </a:cubicBezTo>
                  <a:cubicBezTo>
                    <a:pt x="445" y="1820"/>
                    <a:pt x="409" y="1805"/>
                    <a:pt x="377" y="1783"/>
                  </a:cubicBezTo>
                  <a:cubicBezTo>
                    <a:pt x="350" y="1764"/>
                    <a:pt x="326" y="1740"/>
                    <a:pt x="305" y="1711"/>
                  </a:cubicBezTo>
                  <a:cubicBezTo>
                    <a:pt x="303" y="1707"/>
                    <a:pt x="301" y="1704"/>
                    <a:pt x="299" y="1702"/>
                  </a:cubicBezTo>
                  <a:cubicBezTo>
                    <a:pt x="265" y="1650"/>
                    <a:pt x="247" y="1589"/>
                    <a:pt x="245" y="1525"/>
                  </a:cubicBezTo>
                  <a:cubicBezTo>
                    <a:pt x="245" y="1515"/>
                    <a:pt x="239" y="1507"/>
                    <a:pt x="230" y="1503"/>
                  </a:cubicBezTo>
                  <a:cubicBezTo>
                    <a:pt x="120" y="1464"/>
                    <a:pt x="47" y="1350"/>
                    <a:pt x="47" y="1221"/>
                  </a:cubicBezTo>
                  <a:cubicBezTo>
                    <a:pt x="47" y="1149"/>
                    <a:pt x="70" y="1079"/>
                    <a:pt x="113" y="1024"/>
                  </a:cubicBezTo>
                  <a:cubicBezTo>
                    <a:pt x="114" y="1024"/>
                    <a:pt x="114" y="1024"/>
                    <a:pt x="114" y="1023"/>
                  </a:cubicBezTo>
                  <a:cubicBezTo>
                    <a:pt x="153" y="993"/>
                    <a:pt x="202" y="977"/>
                    <a:pt x="251" y="977"/>
                  </a:cubicBezTo>
                  <a:cubicBezTo>
                    <a:pt x="339" y="977"/>
                    <a:pt x="418" y="1028"/>
                    <a:pt x="455" y="1107"/>
                  </a:cubicBezTo>
                  <a:cubicBezTo>
                    <a:pt x="422" y="1137"/>
                    <a:pt x="402" y="1180"/>
                    <a:pt x="402" y="1226"/>
                  </a:cubicBezTo>
                  <a:cubicBezTo>
                    <a:pt x="378" y="1239"/>
                    <a:pt x="361" y="1265"/>
                    <a:pt x="361" y="1295"/>
                  </a:cubicBezTo>
                  <a:cubicBezTo>
                    <a:pt x="361" y="1339"/>
                    <a:pt x="396" y="1374"/>
                    <a:pt x="439" y="1374"/>
                  </a:cubicBezTo>
                  <a:cubicBezTo>
                    <a:pt x="483" y="1374"/>
                    <a:pt x="518" y="1339"/>
                    <a:pt x="518" y="1295"/>
                  </a:cubicBezTo>
                  <a:cubicBezTo>
                    <a:pt x="518" y="1255"/>
                    <a:pt x="488" y="1222"/>
                    <a:pt x="449" y="1217"/>
                  </a:cubicBezTo>
                  <a:cubicBezTo>
                    <a:pt x="454" y="1163"/>
                    <a:pt x="497" y="1117"/>
                    <a:pt x="553" y="1112"/>
                  </a:cubicBezTo>
                  <a:cubicBezTo>
                    <a:pt x="572" y="1110"/>
                    <a:pt x="590" y="1113"/>
                    <a:pt x="607" y="1120"/>
                  </a:cubicBezTo>
                  <a:cubicBezTo>
                    <a:pt x="607" y="1123"/>
                    <a:pt x="606" y="1127"/>
                    <a:pt x="606" y="1131"/>
                  </a:cubicBezTo>
                  <a:cubicBezTo>
                    <a:pt x="606" y="1175"/>
                    <a:pt x="642" y="1210"/>
                    <a:pt x="685" y="1210"/>
                  </a:cubicBezTo>
                  <a:cubicBezTo>
                    <a:pt x="728" y="1210"/>
                    <a:pt x="764" y="1175"/>
                    <a:pt x="764" y="1131"/>
                  </a:cubicBezTo>
                  <a:cubicBezTo>
                    <a:pt x="764" y="1088"/>
                    <a:pt x="728" y="1053"/>
                    <a:pt x="685" y="1053"/>
                  </a:cubicBezTo>
                  <a:cubicBezTo>
                    <a:pt x="663" y="1053"/>
                    <a:pt x="642" y="1062"/>
                    <a:pt x="628" y="1077"/>
                  </a:cubicBezTo>
                  <a:cubicBezTo>
                    <a:pt x="603" y="1067"/>
                    <a:pt x="576" y="1063"/>
                    <a:pt x="548" y="1065"/>
                  </a:cubicBezTo>
                  <a:cubicBezTo>
                    <a:pt x="529" y="1067"/>
                    <a:pt x="510" y="1073"/>
                    <a:pt x="494" y="1081"/>
                  </a:cubicBezTo>
                  <a:cubicBezTo>
                    <a:pt x="448" y="989"/>
                    <a:pt x="354" y="930"/>
                    <a:pt x="251" y="930"/>
                  </a:cubicBezTo>
                  <a:cubicBezTo>
                    <a:pt x="202" y="930"/>
                    <a:pt x="154" y="943"/>
                    <a:pt x="112" y="968"/>
                  </a:cubicBezTo>
                  <a:cubicBezTo>
                    <a:pt x="106" y="925"/>
                    <a:pt x="98" y="869"/>
                    <a:pt x="98" y="851"/>
                  </a:cubicBezTo>
                  <a:cubicBezTo>
                    <a:pt x="98" y="701"/>
                    <a:pt x="182" y="571"/>
                    <a:pt x="306" y="523"/>
                  </a:cubicBezTo>
                  <a:cubicBezTo>
                    <a:pt x="307" y="523"/>
                    <a:pt x="308" y="523"/>
                    <a:pt x="310" y="523"/>
                  </a:cubicBezTo>
                  <a:cubicBezTo>
                    <a:pt x="379" y="523"/>
                    <a:pt x="435" y="579"/>
                    <a:pt x="435" y="649"/>
                  </a:cubicBezTo>
                  <a:cubicBezTo>
                    <a:pt x="435" y="711"/>
                    <a:pt x="389" y="763"/>
                    <a:pt x="329" y="773"/>
                  </a:cubicBezTo>
                  <a:cubicBezTo>
                    <a:pt x="318" y="741"/>
                    <a:pt x="289" y="719"/>
                    <a:pt x="254" y="719"/>
                  </a:cubicBezTo>
                  <a:cubicBezTo>
                    <a:pt x="211" y="719"/>
                    <a:pt x="176" y="754"/>
                    <a:pt x="176" y="797"/>
                  </a:cubicBezTo>
                  <a:cubicBezTo>
                    <a:pt x="176" y="841"/>
                    <a:pt x="211" y="876"/>
                    <a:pt x="254" y="876"/>
                  </a:cubicBezTo>
                  <a:cubicBezTo>
                    <a:pt x="290" y="876"/>
                    <a:pt x="320" y="852"/>
                    <a:pt x="330" y="820"/>
                  </a:cubicBezTo>
                  <a:cubicBezTo>
                    <a:pt x="415" y="810"/>
                    <a:pt x="482" y="737"/>
                    <a:pt x="482" y="649"/>
                  </a:cubicBezTo>
                  <a:cubicBezTo>
                    <a:pt x="482" y="562"/>
                    <a:pt x="417" y="490"/>
                    <a:pt x="333" y="478"/>
                  </a:cubicBezTo>
                  <a:cubicBezTo>
                    <a:pt x="333" y="455"/>
                    <a:pt x="334" y="420"/>
                    <a:pt x="334" y="416"/>
                  </a:cubicBezTo>
                  <a:cubicBezTo>
                    <a:pt x="334" y="277"/>
                    <a:pt x="434" y="164"/>
                    <a:pt x="557" y="164"/>
                  </a:cubicBezTo>
                  <a:cubicBezTo>
                    <a:pt x="573" y="164"/>
                    <a:pt x="590" y="166"/>
                    <a:pt x="606" y="170"/>
                  </a:cubicBezTo>
                  <a:cubicBezTo>
                    <a:pt x="631" y="185"/>
                    <a:pt x="649" y="209"/>
                    <a:pt x="657" y="237"/>
                  </a:cubicBezTo>
                  <a:cubicBezTo>
                    <a:pt x="666" y="267"/>
                    <a:pt x="662" y="298"/>
                    <a:pt x="647" y="325"/>
                  </a:cubicBezTo>
                  <a:cubicBezTo>
                    <a:pt x="639" y="339"/>
                    <a:pt x="629" y="351"/>
                    <a:pt x="616" y="360"/>
                  </a:cubicBezTo>
                  <a:cubicBezTo>
                    <a:pt x="602" y="346"/>
                    <a:pt x="582" y="337"/>
                    <a:pt x="560" y="337"/>
                  </a:cubicBezTo>
                  <a:cubicBezTo>
                    <a:pt x="517" y="337"/>
                    <a:pt x="481" y="372"/>
                    <a:pt x="481" y="415"/>
                  </a:cubicBezTo>
                  <a:cubicBezTo>
                    <a:pt x="481" y="459"/>
                    <a:pt x="517" y="494"/>
                    <a:pt x="560" y="494"/>
                  </a:cubicBezTo>
                  <a:cubicBezTo>
                    <a:pt x="603" y="494"/>
                    <a:pt x="639" y="459"/>
                    <a:pt x="639" y="415"/>
                  </a:cubicBezTo>
                  <a:cubicBezTo>
                    <a:pt x="639" y="411"/>
                    <a:pt x="638" y="407"/>
                    <a:pt x="637" y="402"/>
                  </a:cubicBezTo>
                  <a:cubicBezTo>
                    <a:pt x="658" y="388"/>
                    <a:pt x="675" y="370"/>
                    <a:pt x="688" y="347"/>
                  </a:cubicBezTo>
                  <a:cubicBezTo>
                    <a:pt x="709" y="310"/>
                    <a:pt x="714" y="266"/>
                    <a:pt x="702" y="224"/>
                  </a:cubicBezTo>
                  <a:cubicBezTo>
                    <a:pt x="693" y="191"/>
                    <a:pt x="673" y="162"/>
                    <a:pt x="646" y="141"/>
                  </a:cubicBezTo>
                  <a:cubicBezTo>
                    <a:pt x="680" y="82"/>
                    <a:pt x="737" y="47"/>
                    <a:pt x="800" y="47"/>
                  </a:cubicBezTo>
                  <a:cubicBezTo>
                    <a:pt x="837" y="47"/>
                    <a:pt x="872" y="59"/>
                    <a:pt x="903" y="83"/>
                  </a:cubicBezTo>
                  <a:cubicBezTo>
                    <a:pt x="903" y="83"/>
                    <a:pt x="904" y="83"/>
                    <a:pt x="904" y="83"/>
                  </a:cubicBezTo>
                  <a:cubicBezTo>
                    <a:pt x="916" y="93"/>
                    <a:pt x="927" y="104"/>
                    <a:pt x="937" y="116"/>
                  </a:cubicBezTo>
                  <a:cubicBezTo>
                    <a:pt x="940" y="120"/>
                    <a:pt x="946" y="129"/>
                    <a:pt x="953" y="144"/>
                  </a:cubicBezTo>
                  <a:cubicBezTo>
                    <a:pt x="973" y="185"/>
                    <a:pt x="984" y="233"/>
                    <a:pt x="984" y="282"/>
                  </a:cubicBezTo>
                  <a:lnTo>
                    <a:pt x="984" y="1724"/>
                  </a:lnTo>
                  <a:close/>
                  <a:moveTo>
                    <a:pt x="787" y="1567"/>
                  </a:moveTo>
                  <a:cubicBezTo>
                    <a:pt x="787" y="1549"/>
                    <a:pt x="802" y="1535"/>
                    <a:pt x="819" y="1535"/>
                  </a:cubicBezTo>
                  <a:cubicBezTo>
                    <a:pt x="837" y="1535"/>
                    <a:pt x="851" y="1549"/>
                    <a:pt x="851" y="1567"/>
                  </a:cubicBezTo>
                  <a:cubicBezTo>
                    <a:pt x="851" y="1585"/>
                    <a:pt x="837" y="1599"/>
                    <a:pt x="819" y="1599"/>
                  </a:cubicBezTo>
                  <a:cubicBezTo>
                    <a:pt x="802" y="1599"/>
                    <a:pt x="787" y="1585"/>
                    <a:pt x="787" y="1567"/>
                  </a:cubicBezTo>
                  <a:close/>
                  <a:moveTo>
                    <a:pt x="795" y="1334"/>
                  </a:moveTo>
                  <a:cubicBezTo>
                    <a:pt x="795" y="1316"/>
                    <a:pt x="810" y="1302"/>
                    <a:pt x="827" y="1302"/>
                  </a:cubicBezTo>
                  <a:cubicBezTo>
                    <a:pt x="845" y="1302"/>
                    <a:pt x="859" y="1316"/>
                    <a:pt x="859" y="1334"/>
                  </a:cubicBezTo>
                  <a:cubicBezTo>
                    <a:pt x="859" y="1352"/>
                    <a:pt x="845" y="1366"/>
                    <a:pt x="827" y="1366"/>
                  </a:cubicBezTo>
                  <a:cubicBezTo>
                    <a:pt x="810" y="1366"/>
                    <a:pt x="795" y="1352"/>
                    <a:pt x="795" y="1334"/>
                  </a:cubicBezTo>
                  <a:close/>
                  <a:moveTo>
                    <a:pt x="439" y="1263"/>
                  </a:moveTo>
                  <a:cubicBezTo>
                    <a:pt x="457" y="1263"/>
                    <a:pt x="471" y="1278"/>
                    <a:pt x="471" y="1295"/>
                  </a:cubicBezTo>
                  <a:cubicBezTo>
                    <a:pt x="471" y="1313"/>
                    <a:pt x="457" y="1327"/>
                    <a:pt x="439" y="1327"/>
                  </a:cubicBezTo>
                  <a:cubicBezTo>
                    <a:pt x="422" y="1327"/>
                    <a:pt x="407" y="1313"/>
                    <a:pt x="407" y="1295"/>
                  </a:cubicBezTo>
                  <a:cubicBezTo>
                    <a:pt x="407" y="1278"/>
                    <a:pt x="422" y="1263"/>
                    <a:pt x="439" y="1263"/>
                  </a:cubicBezTo>
                  <a:close/>
                  <a:moveTo>
                    <a:pt x="653" y="1131"/>
                  </a:moveTo>
                  <a:cubicBezTo>
                    <a:pt x="653" y="1114"/>
                    <a:pt x="667" y="1099"/>
                    <a:pt x="685" y="1099"/>
                  </a:cubicBezTo>
                  <a:cubicBezTo>
                    <a:pt x="703" y="1099"/>
                    <a:pt x="717" y="1114"/>
                    <a:pt x="717" y="1131"/>
                  </a:cubicBezTo>
                  <a:cubicBezTo>
                    <a:pt x="717" y="1149"/>
                    <a:pt x="703" y="1163"/>
                    <a:pt x="685" y="1163"/>
                  </a:cubicBezTo>
                  <a:cubicBezTo>
                    <a:pt x="667" y="1163"/>
                    <a:pt x="653" y="1149"/>
                    <a:pt x="653" y="1131"/>
                  </a:cubicBezTo>
                  <a:close/>
                  <a:moveTo>
                    <a:pt x="286" y="797"/>
                  </a:moveTo>
                  <a:cubicBezTo>
                    <a:pt x="286" y="815"/>
                    <a:pt x="272" y="829"/>
                    <a:pt x="254" y="829"/>
                  </a:cubicBezTo>
                  <a:cubicBezTo>
                    <a:pt x="237" y="829"/>
                    <a:pt x="222" y="815"/>
                    <a:pt x="222" y="797"/>
                  </a:cubicBezTo>
                  <a:cubicBezTo>
                    <a:pt x="222" y="780"/>
                    <a:pt x="237" y="765"/>
                    <a:pt x="254" y="765"/>
                  </a:cubicBezTo>
                  <a:cubicBezTo>
                    <a:pt x="272" y="765"/>
                    <a:pt x="286" y="780"/>
                    <a:pt x="286" y="797"/>
                  </a:cubicBezTo>
                  <a:close/>
                  <a:moveTo>
                    <a:pt x="592" y="415"/>
                  </a:moveTo>
                  <a:cubicBezTo>
                    <a:pt x="592" y="433"/>
                    <a:pt x="578" y="447"/>
                    <a:pt x="560" y="447"/>
                  </a:cubicBezTo>
                  <a:cubicBezTo>
                    <a:pt x="542" y="447"/>
                    <a:pt x="528" y="433"/>
                    <a:pt x="528" y="415"/>
                  </a:cubicBezTo>
                  <a:cubicBezTo>
                    <a:pt x="528" y="398"/>
                    <a:pt x="542" y="383"/>
                    <a:pt x="560" y="383"/>
                  </a:cubicBezTo>
                  <a:cubicBezTo>
                    <a:pt x="572" y="383"/>
                    <a:pt x="582" y="390"/>
                    <a:pt x="588" y="400"/>
                  </a:cubicBezTo>
                  <a:cubicBezTo>
                    <a:pt x="588" y="401"/>
                    <a:pt x="588" y="402"/>
                    <a:pt x="589" y="402"/>
                  </a:cubicBezTo>
                  <a:cubicBezTo>
                    <a:pt x="589" y="403"/>
                    <a:pt x="589" y="403"/>
                    <a:pt x="590" y="404"/>
                  </a:cubicBezTo>
                  <a:cubicBezTo>
                    <a:pt x="591" y="407"/>
                    <a:pt x="592" y="411"/>
                    <a:pt x="592" y="4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2" name="Freeform 148"/>
            <p:cNvSpPr>
              <a:spLocks noEditPoints="1"/>
            </p:cNvSpPr>
            <p:nvPr userDrawn="1"/>
          </p:nvSpPr>
          <p:spPr bwMode="auto">
            <a:xfrm>
              <a:off x="1212357" y="5301339"/>
              <a:ext cx="134937" cy="227012"/>
            </a:xfrm>
            <a:custGeom>
              <a:avLst/>
              <a:gdLst>
                <a:gd name="T0" fmla="*/ 251 w 330"/>
                <a:gd name="T1" fmla="*/ 0 h 556"/>
                <a:gd name="T2" fmla="*/ 175 w 330"/>
                <a:gd name="T3" fmla="*/ 60 h 556"/>
                <a:gd name="T4" fmla="*/ 0 w 330"/>
                <a:gd name="T5" fmla="*/ 290 h 556"/>
                <a:gd name="T6" fmla="*/ 54 w 330"/>
                <a:gd name="T7" fmla="*/ 442 h 556"/>
                <a:gd name="T8" fmla="*/ 46 w 330"/>
                <a:gd name="T9" fmla="*/ 477 h 556"/>
                <a:gd name="T10" fmla="*/ 125 w 330"/>
                <a:gd name="T11" fmla="*/ 556 h 556"/>
                <a:gd name="T12" fmla="*/ 203 w 330"/>
                <a:gd name="T13" fmla="*/ 477 h 556"/>
                <a:gd name="T14" fmla="*/ 125 w 330"/>
                <a:gd name="T15" fmla="*/ 398 h 556"/>
                <a:gd name="T16" fmla="*/ 87 w 330"/>
                <a:gd name="T17" fmla="*/ 408 h 556"/>
                <a:gd name="T18" fmla="*/ 47 w 330"/>
                <a:gd name="T19" fmla="*/ 290 h 556"/>
                <a:gd name="T20" fmla="*/ 178 w 330"/>
                <a:gd name="T21" fmla="*/ 108 h 556"/>
                <a:gd name="T22" fmla="*/ 251 w 330"/>
                <a:gd name="T23" fmla="*/ 158 h 556"/>
                <a:gd name="T24" fmla="*/ 330 w 330"/>
                <a:gd name="T25" fmla="*/ 79 h 556"/>
                <a:gd name="T26" fmla="*/ 251 w 330"/>
                <a:gd name="T27" fmla="*/ 0 h 556"/>
                <a:gd name="T28" fmla="*/ 157 w 330"/>
                <a:gd name="T29" fmla="*/ 477 h 556"/>
                <a:gd name="T30" fmla="*/ 125 w 330"/>
                <a:gd name="T31" fmla="*/ 509 h 556"/>
                <a:gd name="T32" fmla="*/ 93 w 330"/>
                <a:gd name="T33" fmla="*/ 477 h 556"/>
                <a:gd name="T34" fmla="*/ 125 w 330"/>
                <a:gd name="T35" fmla="*/ 445 h 556"/>
                <a:gd name="T36" fmla="*/ 157 w 330"/>
                <a:gd name="T37" fmla="*/ 477 h 556"/>
                <a:gd name="T38" fmla="*/ 251 w 330"/>
                <a:gd name="T39" fmla="*/ 111 h 556"/>
                <a:gd name="T40" fmla="*/ 219 w 330"/>
                <a:gd name="T41" fmla="*/ 79 h 556"/>
                <a:gd name="T42" fmla="*/ 219 w 330"/>
                <a:gd name="T43" fmla="*/ 79 h 556"/>
                <a:gd name="T44" fmla="*/ 251 w 330"/>
                <a:gd name="T45" fmla="*/ 47 h 556"/>
                <a:gd name="T46" fmla="*/ 283 w 330"/>
                <a:gd name="T47" fmla="*/ 79 h 556"/>
                <a:gd name="T48" fmla="*/ 251 w 330"/>
                <a:gd name="T49" fmla="*/ 111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30" h="556">
                  <a:moveTo>
                    <a:pt x="251" y="0"/>
                  </a:moveTo>
                  <a:cubicBezTo>
                    <a:pt x="214" y="0"/>
                    <a:pt x="183" y="26"/>
                    <a:pt x="175" y="60"/>
                  </a:cubicBezTo>
                  <a:cubicBezTo>
                    <a:pt x="73" y="89"/>
                    <a:pt x="0" y="183"/>
                    <a:pt x="0" y="290"/>
                  </a:cubicBezTo>
                  <a:cubicBezTo>
                    <a:pt x="0" y="346"/>
                    <a:pt x="19" y="399"/>
                    <a:pt x="54" y="442"/>
                  </a:cubicBezTo>
                  <a:cubicBezTo>
                    <a:pt x="49" y="452"/>
                    <a:pt x="46" y="464"/>
                    <a:pt x="46" y="477"/>
                  </a:cubicBezTo>
                  <a:cubicBezTo>
                    <a:pt x="46" y="520"/>
                    <a:pt x="81" y="556"/>
                    <a:pt x="125" y="556"/>
                  </a:cubicBezTo>
                  <a:cubicBezTo>
                    <a:pt x="168" y="556"/>
                    <a:pt x="203" y="520"/>
                    <a:pt x="203" y="477"/>
                  </a:cubicBezTo>
                  <a:cubicBezTo>
                    <a:pt x="203" y="434"/>
                    <a:pt x="168" y="398"/>
                    <a:pt x="125" y="398"/>
                  </a:cubicBezTo>
                  <a:cubicBezTo>
                    <a:pt x="111" y="398"/>
                    <a:pt x="98" y="402"/>
                    <a:pt x="87" y="408"/>
                  </a:cubicBezTo>
                  <a:cubicBezTo>
                    <a:pt x="61" y="374"/>
                    <a:pt x="47" y="333"/>
                    <a:pt x="47" y="290"/>
                  </a:cubicBezTo>
                  <a:cubicBezTo>
                    <a:pt x="47" y="207"/>
                    <a:pt x="101" y="134"/>
                    <a:pt x="178" y="108"/>
                  </a:cubicBezTo>
                  <a:cubicBezTo>
                    <a:pt x="190" y="137"/>
                    <a:pt x="218" y="158"/>
                    <a:pt x="251" y="158"/>
                  </a:cubicBezTo>
                  <a:cubicBezTo>
                    <a:pt x="295" y="158"/>
                    <a:pt x="330" y="122"/>
                    <a:pt x="330" y="79"/>
                  </a:cubicBezTo>
                  <a:cubicBezTo>
                    <a:pt x="330" y="35"/>
                    <a:pt x="295" y="0"/>
                    <a:pt x="251" y="0"/>
                  </a:cubicBezTo>
                  <a:close/>
                  <a:moveTo>
                    <a:pt x="157" y="477"/>
                  </a:moveTo>
                  <a:cubicBezTo>
                    <a:pt x="157" y="495"/>
                    <a:pt x="142" y="509"/>
                    <a:pt x="125" y="509"/>
                  </a:cubicBezTo>
                  <a:cubicBezTo>
                    <a:pt x="107" y="509"/>
                    <a:pt x="93" y="495"/>
                    <a:pt x="93" y="477"/>
                  </a:cubicBezTo>
                  <a:cubicBezTo>
                    <a:pt x="93" y="459"/>
                    <a:pt x="107" y="445"/>
                    <a:pt x="125" y="445"/>
                  </a:cubicBezTo>
                  <a:cubicBezTo>
                    <a:pt x="142" y="445"/>
                    <a:pt x="157" y="459"/>
                    <a:pt x="157" y="477"/>
                  </a:cubicBezTo>
                  <a:close/>
                  <a:moveTo>
                    <a:pt x="251" y="111"/>
                  </a:moveTo>
                  <a:cubicBezTo>
                    <a:pt x="234" y="111"/>
                    <a:pt x="219" y="97"/>
                    <a:pt x="219" y="79"/>
                  </a:cubicBezTo>
                  <a:cubicBezTo>
                    <a:pt x="219" y="79"/>
                    <a:pt x="219" y="79"/>
                    <a:pt x="219" y="79"/>
                  </a:cubicBezTo>
                  <a:cubicBezTo>
                    <a:pt x="219" y="61"/>
                    <a:pt x="234" y="47"/>
                    <a:pt x="251" y="47"/>
                  </a:cubicBezTo>
                  <a:cubicBezTo>
                    <a:pt x="269" y="47"/>
                    <a:pt x="283" y="61"/>
                    <a:pt x="283" y="79"/>
                  </a:cubicBezTo>
                  <a:cubicBezTo>
                    <a:pt x="283" y="96"/>
                    <a:pt x="269" y="111"/>
                    <a:pt x="251" y="1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3" name="Freeform 149"/>
            <p:cNvSpPr>
              <a:spLocks noEditPoints="1"/>
            </p:cNvSpPr>
            <p:nvPr userDrawn="1"/>
          </p:nvSpPr>
          <p:spPr bwMode="auto">
            <a:xfrm>
              <a:off x="1389363" y="5129492"/>
              <a:ext cx="420687" cy="826293"/>
            </a:xfrm>
            <a:custGeom>
              <a:avLst/>
              <a:gdLst>
                <a:gd name="T0" fmla="*/ 908 w 1030"/>
                <a:gd name="T1" fmla="*/ 616 h 2024"/>
                <a:gd name="T2" fmla="*/ 473 w 1030"/>
                <a:gd name="T3" fmla="*/ 117 h 2024"/>
                <a:gd name="T4" fmla="*/ 99 w 1030"/>
                <a:gd name="T5" fmla="*/ 46 h 2024"/>
                <a:gd name="T6" fmla="*/ 35 w 1030"/>
                <a:gd name="T7" fmla="*/ 124 h 2024"/>
                <a:gd name="T8" fmla="*/ 271 w 1030"/>
                <a:gd name="T9" fmla="*/ 2024 h 2024"/>
                <a:gd name="T10" fmla="*/ 763 w 1030"/>
                <a:gd name="T11" fmla="*/ 1738 h 2024"/>
                <a:gd name="T12" fmla="*/ 1030 w 1030"/>
                <a:gd name="T13" fmla="*/ 1221 h 2024"/>
                <a:gd name="T14" fmla="*/ 785 w 1030"/>
                <a:gd name="T15" fmla="*/ 1525 h 2024"/>
                <a:gd name="T16" fmla="*/ 653 w 1030"/>
                <a:gd name="T17" fmla="*/ 1783 h 2024"/>
                <a:gd name="T18" fmla="*/ 405 w 1030"/>
                <a:gd name="T19" fmla="*/ 1564 h 2024"/>
                <a:gd name="T20" fmla="*/ 203 w 1030"/>
                <a:gd name="T21" fmla="*/ 1255 h 2024"/>
                <a:gd name="T22" fmla="*/ 274 w 1030"/>
                <a:gd name="T23" fmla="*/ 1367 h 2024"/>
                <a:gd name="T24" fmla="*/ 286 w 1030"/>
                <a:gd name="T25" fmla="*/ 1544 h 2024"/>
                <a:gd name="T26" fmla="*/ 211 w 1030"/>
                <a:gd name="T27" fmla="*/ 1646 h 2024"/>
                <a:gd name="T28" fmla="*/ 499 w 1030"/>
                <a:gd name="T29" fmla="*/ 1847 h 2024"/>
                <a:gd name="T30" fmla="*/ 46 w 1030"/>
                <a:gd name="T31" fmla="*/ 282 h 2024"/>
                <a:gd name="T32" fmla="*/ 126 w 1030"/>
                <a:gd name="T33" fmla="*/ 83 h 2024"/>
                <a:gd name="T34" fmla="*/ 384 w 1030"/>
                <a:gd name="T35" fmla="*/ 141 h 2024"/>
                <a:gd name="T36" fmla="*/ 393 w 1030"/>
                <a:gd name="T37" fmla="*/ 402 h 2024"/>
                <a:gd name="T38" fmla="*/ 549 w 1030"/>
                <a:gd name="T39" fmla="*/ 415 h 2024"/>
                <a:gd name="T40" fmla="*/ 383 w 1030"/>
                <a:gd name="T41" fmla="*/ 325 h 2024"/>
                <a:gd name="T42" fmla="*/ 473 w 1030"/>
                <a:gd name="T43" fmla="*/ 164 h 2024"/>
                <a:gd name="T44" fmla="*/ 548 w 1030"/>
                <a:gd name="T45" fmla="*/ 649 h 2024"/>
                <a:gd name="T46" fmla="*/ 854 w 1030"/>
                <a:gd name="T47" fmla="*/ 797 h 2024"/>
                <a:gd name="T48" fmla="*/ 595 w 1030"/>
                <a:gd name="T49" fmla="*/ 649 h 2024"/>
                <a:gd name="T50" fmla="*/ 932 w 1030"/>
                <a:gd name="T51" fmla="*/ 851 h 2024"/>
                <a:gd name="T52" fmla="*/ 536 w 1030"/>
                <a:gd name="T53" fmla="*/ 1081 h 2024"/>
                <a:gd name="T54" fmla="*/ 345 w 1030"/>
                <a:gd name="T55" fmla="*/ 1053 h 2024"/>
                <a:gd name="T56" fmla="*/ 424 w 1030"/>
                <a:gd name="T57" fmla="*/ 1131 h 2024"/>
                <a:gd name="T58" fmla="*/ 581 w 1030"/>
                <a:gd name="T59" fmla="*/ 1217 h 2024"/>
                <a:gd name="T60" fmla="*/ 669 w 1030"/>
                <a:gd name="T61" fmla="*/ 1295 h 2024"/>
                <a:gd name="T62" fmla="*/ 779 w 1030"/>
                <a:gd name="T63" fmla="*/ 977 h 2024"/>
                <a:gd name="T64" fmla="*/ 983 w 1030"/>
                <a:gd name="T65" fmla="*/ 1221 h 2024"/>
                <a:gd name="T66" fmla="*/ 203 w 1030"/>
                <a:gd name="T67" fmla="*/ 1366 h 2024"/>
                <a:gd name="T68" fmla="*/ 235 w 1030"/>
                <a:gd name="T69" fmla="*/ 1334 h 2024"/>
                <a:gd name="T70" fmla="*/ 179 w 1030"/>
                <a:gd name="T71" fmla="*/ 1567 h 2024"/>
                <a:gd name="T72" fmla="*/ 440 w 1030"/>
                <a:gd name="T73" fmla="*/ 404 h 2024"/>
                <a:gd name="T74" fmla="*/ 470 w 1030"/>
                <a:gd name="T75" fmla="*/ 383 h 2024"/>
                <a:gd name="T76" fmla="*/ 438 w 1030"/>
                <a:gd name="T77" fmla="*/ 415 h 2024"/>
                <a:gd name="T78" fmla="*/ 776 w 1030"/>
                <a:gd name="T79" fmla="*/ 765 h 2024"/>
                <a:gd name="T80" fmla="*/ 744 w 1030"/>
                <a:gd name="T81" fmla="*/ 797 h 2024"/>
                <a:gd name="T82" fmla="*/ 313 w 1030"/>
                <a:gd name="T83" fmla="*/ 1131 h 2024"/>
                <a:gd name="T84" fmla="*/ 591 w 1030"/>
                <a:gd name="T85" fmla="*/ 1263 h 2024"/>
                <a:gd name="T86" fmla="*/ 559 w 1030"/>
                <a:gd name="T87" fmla="*/ 1295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0" h="2024">
                  <a:moveTo>
                    <a:pt x="960" y="1004"/>
                  </a:moveTo>
                  <a:cubicBezTo>
                    <a:pt x="964" y="972"/>
                    <a:pt x="978" y="879"/>
                    <a:pt x="978" y="851"/>
                  </a:cubicBezTo>
                  <a:cubicBezTo>
                    <a:pt x="978" y="765"/>
                    <a:pt x="954" y="684"/>
                    <a:pt x="908" y="616"/>
                  </a:cubicBezTo>
                  <a:cubicBezTo>
                    <a:pt x="866" y="554"/>
                    <a:pt x="809" y="507"/>
                    <a:pt x="744" y="481"/>
                  </a:cubicBezTo>
                  <a:cubicBezTo>
                    <a:pt x="743" y="458"/>
                    <a:pt x="743" y="420"/>
                    <a:pt x="743" y="416"/>
                  </a:cubicBezTo>
                  <a:cubicBezTo>
                    <a:pt x="743" y="251"/>
                    <a:pt x="622" y="117"/>
                    <a:pt x="473" y="117"/>
                  </a:cubicBezTo>
                  <a:cubicBezTo>
                    <a:pt x="457" y="117"/>
                    <a:pt x="442" y="118"/>
                    <a:pt x="427" y="121"/>
                  </a:cubicBezTo>
                  <a:cubicBezTo>
                    <a:pt x="385" y="46"/>
                    <a:pt x="311" y="0"/>
                    <a:pt x="230" y="0"/>
                  </a:cubicBezTo>
                  <a:cubicBezTo>
                    <a:pt x="183" y="0"/>
                    <a:pt x="138" y="16"/>
                    <a:pt x="99" y="46"/>
                  </a:cubicBezTo>
                  <a:cubicBezTo>
                    <a:pt x="98" y="46"/>
                    <a:pt x="98" y="46"/>
                    <a:pt x="98" y="46"/>
                  </a:cubicBezTo>
                  <a:cubicBezTo>
                    <a:pt x="83" y="58"/>
                    <a:pt x="69" y="72"/>
                    <a:pt x="56" y="87"/>
                  </a:cubicBezTo>
                  <a:cubicBezTo>
                    <a:pt x="50" y="96"/>
                    <a:pt x="42" y="108"/>
                    <a:pt x="35" y="124"/>
                  </a:cubicBezTo>
                  <a:cubicBezTo>
                    <a:pt x="12" y="171"/>
                    <a:pt x="0" y="226"/>
                    <a:pt x="0" y="282"/>
                  </a:cubicBezTo>
                  <a:cubicBezTo>
                    <a:pt x="0" y="1724"/>
                    <a:pt x="0" y="1724"/>
                    <a:pt x="0" y="1724"/>
                  </a:cubicBezTo>
                  <a:cubicBezTo>
                    <a:pt x="0" y="1890"/>
                    <a:pt x="121" y="2024"/>
                    <a:pt x="271" y="2024"/>
                  </a:cubicBezTo>
                  <a:cubicBezTo>
                    <a:pt x="411" y="2024"/>
                    <a:pt x="508" y="1933"/>
                    <a:pt x="538" y="1875"/>
                  </a:cubicBezTo>
                  <a:cubicBezTo>
                    <a:pt x="588" y="1869"/>
                    <a:pt x="637" y="1851"/>
                    <a:pt x="679" y="1821"/>
                  </a:cubicBezTo>
                  <a:cubicBezTo>
                    <a:pt x="711" y="1799"/>
                    <a:pt x="740" y="1771"/>
                    <a:pt x="763" y="1738"/>
                  </a:cubicBezTo>
                  <a:cubicBezTo>
                    <a:pt x="766" y="1734"/>
                    <a:pt x="768" y="1731"/>
                    <a:pt x="770" y="1727"/>
                  </a:cubicBezTo>
                  <a:cubicBezTo>
                    <a:pt x="806" y="1673"/>
                    <a:pt x="827" y="1609"/>
                    <a:pt x="831" y="1541"/>
                  </a:cubicBezTo>
                  <a:cubicBezTo>
                    <a:pt x="951" y="1491"/>
                    <a:pt x="1030" y="1364"/>
                    <a:pt x="1030" y="1221"/>
                  </a:cubicBezTo>
                  <a:cubicBezTo>
                    <a:pt x="1030" y="1142"/>
                    <a:pt x="1005" y="1065"/>
                    <a:pt x="960" y="1004"/>
                  </a:cubicBezTo>
                  <a:close/>
                  <a:moveTo>
                    <a:pt x="800" y="1503"/>
                  </a:moveTo>
                  <a:cubicBezTo>
                    <a:pt x="791" y="1507"/>
                    <a:pt x="785" y="1515"/>
                    <a:pt x="785" y="1525"/>
                  </a:cubicBezTo>
                  <a:cubicBezTo>
                    <a:pt x="783" y="1589"/>
                    <a:pt x="765" y="1650"/>
                    <a:pt x="731" y="1702"/>
                  </a:cubicBezTo>
                  <a:cubicBezTo>
                    <a:pt x="729" y="1704"/>
                    <a:pt x="727" y="1707"/>
                    <a:pt x="725" y="1711"/>
                  </a:cubicBezTo>
                  <a:cubicBezTo>
                    <a:pt x="704" y="1740"/>
                    <a:pt x="680" y="1764"/>
                    <a:pt x="653" y="1783"/>
                  </a:cubicBezTo>
                  <a:cubicBezTo>
                    <a:pt x="621" y="1805"/>
                    <a:pt x="585" y="1820"/>
                    <a:pt x="548" y="1826"/>
                  </a:cubicBezTo>
                  <a:cubicBezTo>
                    <a:pt x="551" y="1780"/>
                    <a:pt x="548" y="1690"/>
                    <a:pt x="490" y="1623"/>
                  </a:cubicBezTo>
                  <a:cubicBezTo>
                    <a:pt x="467" y="1597"/>
                    <a:pt x="439" y="1578"/>
                    <a:pt x="405" y="1564"/>
                  </a:cubicBezTo>
                  <a:cubicBezTo>
                    <a:pt x="416" y="1490"/>
                    <a:pt x="405" y="1429"/>
                    <a:pt x="372" y="1384"/>
                  </a:cubicBezTo>
                  <a:cubicBezTo>
                    <a:pt x="342" y="1344"/>
                    <a:pt x="303" y="1327"/>
                    <a:pt x="280" y="1320"/>
                  </a:cubicBezTo>
                  <a:cubicBezTo>
                    <a:pt x="274" y="1283"/>
                    <a:pt x="242" y="1255"/>
                    <a:pt x="203" y="1255"/>
                  </a:cubicBezTo>
                  <a:cubicBezTo>
                    <a:pt x="159" y="1255"/>
                    <a:pt x="124" y="1291"/>
                    <a:pt x="124" y="1334"/>
                  </a:cubicBezTo>
                  <a:cubicBezTo>
                    <a:pt x="124" y="1377"/>
                    <a:pt x="159" y="1413"/>
                    <a:pt x="203" y="1413"/>
                  </a:cubicBezTo>
                  <a:cubicBezTo>
                    <a:pt x="234" y="1413"/>
                    <a:pt x="261" y="1394"/>
                    <a:pt x="274" y="1367"/>
                  </a:cubicBezTo>
                  <a:cubicBezTo>
                    <a:pt x="291" y="1374"/>
                    <a:pt x="316" y="1386"/>
                    <a:pt x="334" y="1412"/>
                  </a:cubicBezTo>
                  <a:cubicBezTo>
                    <a:pt x="359" y="1446"/>
                    <a:pt x="367" y="1492"/>
                    <a:pt x="360" y="1551"/>
                  </a:cubicBezTo>
                  <a:cubicBezTo>
                    <a:pt x="337" y="1546"/>
                    <a:pt x="312" y="1544"/>
                    <a:pt x="286" y="1544"/>
                  </a:cubicBezTo>
                  <a:cubicBezTo>
                    <a:pt x="276" y="1512"/>
                    <a:pt x="246" y="1488"/>
                    <a:pt x="211" y="1488"/>
                  </a:cubicBezTo>
                  <a:cubicBezTo>
                    <a:pt x="167" y="1488"/>
                    <a:pt x="132" y="1524"/>
                    <a:pt x="132" y="1567"/>
                  </a:cubicBezTo>
                  <a:cubicBezTo>
                    <a:pt x="132" y="1610"/>
                    <a:pt x="167" y="1646"/>
                    <a:pt x="211" y="1646"/>
                  </a:cubicBezTo>
                  <a:cubicBezTo>
                    <a:pt x="246" y="1646"/>
                    <a:pt x="276" y="1622"/>
                    <a:pt x="286" y="1590"/>
                  </a:cubicBezTo>
                  <a:cubicBezTo>
                    <a:pt x="361" y="1591"/>
                    <a:pt x="418" y="1612"/>
                    <a:pt x="454" y="1653"/>
                  </a:cubicBezTo>
                  <a:cubicBezTo>
                    <a:pt x="515" y="1723"/>
                    <a:pt x="502" y="1831"/>
                    <a:pt x="499" y="1847"/>
                  </a:cubicBezTo>
                  <a:cubicBezTo>
                    <a:pt x="488" y="1878"/>
                    <a:pt x="409" y="1977"/>
                    <a:pt x="271" y="1977"/>
                  </a:cubicBezTo>
                  <a:cubicBezTo>
                    <a:pt x="147" y="1977"/>
                    <a:pt x="46" y="1864"/>
                    <a:pt x="46" y="1724"/>
                  </a:cubicBezTo>
                  <a:cubicBezTo>
                    <a:pt x="46" y="282"/>
                    <a:pt x="46" y="282"/>
                    <a:pt x="46" y="282"/>
                  </a:cubicBezTo>
                  <a:cubicBezTo>
                    <a:pt x="46" y="233"/>
                    <a:pt x="57" y="185"/>
                    <a:pt x="77" y="144"/>
                  </a:cubicBezTo>
                  <a:cubicBezTo>
                    <a:pt x="84" y="129"/>
                    <a:pt x="90" y="120"/>
                    <a:pt x="93" y="116"/>
                  </a:cubicBezTo>
                  <a:cubicBezTo>
                    <a:pt x="103" y="104"/>
                    <a:pt x="114" y="93"/>
                    <a:pt x="126" y="83"/>
                  </a:cubicBezTo>
                  <a:cubicBezTo>
                    <a:pt x="126" y="83"/>
                    <a:pt x="127" y="83"/>
                    <a:pt x="127" y="83"/>
                  </a:cubicBezTo>
                  <a:cubicBezTo>
                    <a:pt x="158" y="59"/>
                    <a:pt x="193" y="47"/>
                    <a:pt x="230" y="47"/>
                  </a:cubicBezTo>
                  <a:cubicBezTo>
                    <a:pt x="293" y="47"/>
                    <a:pt x="350" y="82"/>
                    <a:pt x="384" y="141"/>
                  </a:cubicBezTo>
                  <a:cubicBezTo>
                    <a:pt x="357" y="162"/>
                    <a:pt x="337" y="191"/>
                    <a:pt x="328" y="224"/>
                  </a:cubicBezTo>
                  <a:cubicBezTo>
                    <a:pt x="316" y="266"/>
                    <a:pt x="321" y="310"/>
                    <a:pt x="342" y="347"/>
                  </a:cubicBezTo>
                  <a:cubicBezTo>
                    <a:pt x="355" y="370"/>
                    <a:pt x="372" y="388"/>
                    <a:pt x="393" y="402"/>
                  </a:cubicBezTo>
                  <a:cubicBezTo>
                    <a:pt x="392" y="407"/>
                    <a:pt x="391" y="411"/>
                    <a:pt x="391" y="415"/>
                  </a:cubicBezTo>
                  <a:cubicBezTo>
                    <a:pt x="391" y="459"/>
                    <a:pt x="427" y="494"/>
                    <a:pt x="470" y="494"/>
                  </a:cubicBezTo>
                  <a:cubicBezTo>
                    <a:pt x="513" y="494"/>
                    <a:pt x="549" y="459"/>
                    <a:pt x="549" y="415"/>
                  </a:cubicBezTo>
                  <a:cubicBezTo>
                    <a:pt x="549" y="372"/>
                    <a:pt x="513" y="337"/>
                    <a:pt x="470" y="337"/>
                  </a:cubicBezTo>
                  <a:cubicBezTo>
                    <a:pt x="448" y="337"/>
                    <a:pt x="428" y="346"/>
                    <a:pt x="414" y="360"/>
                  </a:cubicBezTo>
                  <a:cubicBezTo>
                    <a:pt x="401" y="351"/>
                    <a:pt x="391" y="339"/>
                    <a:pt x="383" y="325"/>
                  </a:cubicBezTo>
                  <a:cubicBezTo>
                    <a:pt x="368" y="298"/>
                    <a:pt x="364" y="267"/>
                    <a:pt x="373" y="237"/>
                  </a:cubicBezTo>
                  <a:cubicBezTo>
                    <a:pt x="381" y="209"/>
                    <a:pt x="399" y="185"/>
                    <a:pt x="424" y="170"/>
                  </a:cubicBezTo>
                  <a:cubicBezTo>
                    <a:pt x="440" y="166"/>
                    <a:pt x="456" y="164"/>
                    <a:pt x="473" y="164"/>
                  </a:cubicBezTo>
                  <a:cubicBezTo>
                    <a:pt x="596" y="164"/>
                    <a:pt x="696" y="277"/>
                    <a:pt x="696" y="416"/>
                  </a:cubicBezTo>
                  <a:cubicBezTo>
                    <a:pt x="696" y="420"/>
                    <a:pt x="697" y="455"/>
                    <a:pt x="697" y="478"/>
                  </a:cubicBezTo>
                  <a:cubicBezTo>
                    <a:pt x="613" y="490"/>
                    <a:pt x="548" y="562"/>
                    <a:pt x="548" y="649"/>
                  </a:cubicBezTo>
                  <a:cubicBezTo>
                    <a:pt x="548" y="737"/>
                    <a:pt x="615" y="810"/>
                    <a:pt x="700" y="820"/>
                  </a:cubicBezTo>
                  <a:cubicBezTo>
                    <a:pt x="710" y="852"/>
                    <a:pt x="740" y="876"/>
                    <a:pt x="776" y="876"/>
                  </a:cubicBezTo>
                  <a:cubicBezTo>
                    <a:pt x="819" y="876"/>
                    <a:pt x="854" y="841"/>
                    <a:pt x="854" y="797"/>
                  </a:cubicBezTo>
                  <a:cubicBezTo>
                    <a:pt x="854" y="754"/>
                    <a:pt x="819" y="719"/>
                    <a:pt x="776" y="719"/>
                  </a:cubicBezTo>
                  <a:cubicBezTo>
                    <a:pt x="741" y="719"/>
                    <a:pt x="712" y="741"/>
                    <a:pt x="701" y="773"/>
                  </a:cubicBezTo>
                  <a:cubicBezTo>
                    <a:pt x="641" y="763"/>
                    <a:pt x="595" y="711"/>
                    <a:pt x="595" y="649"/>
                  </a:cubicBezTo>
                  <a:cubicBezTo>
                    <a:pt x="595" y="579"/>
                    <a:pt x="651" y="523"/>
                    <a:pt x="720" y="523"/>
                  </a:cubicBezTo>
                  <a:cubicBezTo>
                    <a:pt x="722" y="523"/>
                    <a:pt x="723" y="523"/>
                    <a:pt x="724" y="523"/>
                  </a:cubicBezTo>
                  <a:cubicBezTo>
                    <a:pt x="848" y="571"/>
                    <a:pt x="932" y="701"/>
                    <a:pt x="932" y="851"/>
                  </a:cubicBezTo>
                  <a:cubicBezTo>
                    <a:pt x="932" y="869"/>
                    <a:pt x="924" y="925"/>
                    <a:pt x="918" y="968"/>
                  </a:cubicBezTo>
                  <a:cubicBezTo>
                    <a:pt x="876" y="943"/>
                    <a:pt x="828" y="930"/>
                    <a:pt x="779" y="930"/>
                  </a:cubicBezTo>
                  <a:cubicBezTo>
                    <a:pt x="676" y="930"/>
                    <a:pt x="582" y="989"/>
                    <a:pt x="536" y="1081"/>
                  </a:cubicBezTo>
                  <a:cubicBezTo>
                    <a:pt x="520" y="1073"/>
                    <a:pt x="501" y="1067"/>
                    <a:pt x="482" y="1065"/>
                  </a:cubicBezTo>
                  <a:cubicBezTo>
                    <a:pt x="454" y="1063"/>
                    <a:pt x="427" y="1067"/>
                    <a:pt x="402" y="1077"/>
                  </a:cubicBezTo>
                  <a:cubicBezTo>
                    <a:pt x="388" y="1062"/>
                    <a:pt x="367" y="1053"/>
                    <a:pt x="345" y="1053"/>
                  </a:cubicBezTo>
                  <a:cubicBezTo>
                    <a:pt x="302" y="1053"/>
                    <a:pt x="266" y="1088"/>
                    <a:pt x="266" y="1131"/>
                  </a:cubicBezTo>
                  <a:cubicBezTo>
                    <a:pt x="266" y="1175"/>
                    <a:pt x="302" y="1210"/>
                    <a:pt x="345" y="1210"/>
                  </a:cubicBezTo>
                  <a:cubicBezTo>
                    <a:pt x="388" y="1210"/>
                    <a:pt x="424" y="1175"/>
                    <a:pt x="424" y="1131"/>
                  </a:cubicBezTo>
                  <a:cubicBezTo>
                    <a:pt x="424" y="1127"/>
                    <a:pt x="423" y="1123"/>
                    <a:pt x="423" y="1120"/>
                  </a:cubicBezTo>
                  <a:cubicBezTo>
                    <a:pt x="440" y="1113"/>
                    <a:pt x="458" y="1110"/>
                    <a:pt x="477" y="1112"/>
                  </a:cubicBezTo>
                  <a:cubicBezTo>
                    <a:pt x="533" y="1117"/>
                    <a:pt x="576" y="1163"/>
                    <a:pt x="581" y="1217"/>
                  </a:cubicBezTo>
                  <a:cubicBezTo>
                    <a:pt x="542" y="1222"/>
                    <a:pt x="512" y="1255"/>
                    <a:pt x="512" y="1295"/>
                  </a:cubicBezTo>
                  <a:cubicBezTo>
                    <a:pt x="512" y="1339"/>
                    <a:pt x="547" y="1374"/>
                    <a:pt x="591" y="1374"/>
                  </a:cubicBezTo>
                  <a:cubicBezTo>
                    <a:pt x="634" y="1374"/>
                    <a:pt x="669" y="1339"/>
                    <a:pt x="669" y="1295"/>
                  </a:cubicBezTo>
                  <a:cubicBezTo>
                    <a:pt x="669" y="1265"/>
                    <a:pt x="652" y="1239"/>
                    <a:pt x="628" y="1226"/>
                  </a:cubicBezTo>
                  <a:cubicBezTo>
                    <a:pt x="628" y="1180"/>
                    <a:pt x="608" y="1137"/>
                    <a:pt x="575" y="1107"/>
                  </a:cubicBezTo>
                  <a:cubicBezTo>
                    <a:pt x="612" y="1028"/>
                    <a:pt x="691" y="977"/>
                    <a:pt x="779" y="977"/>
                  </a:cubicBezTo>
                  <a:cubicBezTo>
                    <a:pt x="828" y="977"/>
                    <a:pt x="877" y="993"/>
                    <a:pt x="916" y="1023"/>
                  </a:cubicBezTo>
                  <a:cubicBezTo>
                    <a:pt x="916" y="1024"/>
                    <a:pt x="916" y="1024"/>
                    <a:pt x="917" y="1024"/>
                  </a:cubicBezTo>
                  <a:cubicBezTo>
                    <a:pt x="960" y="1079"/>
                    <a:pt x="983" y="1149"/>
                    <a:pt x="983" y="1221"/>
                  </a:cubicBezTo>
                  <a:cubicBezTo>
                    <a:pt x="983" y="1350"/>
                    <a:pt x="910" y="1464"/>
                    <a:pt x="800" y="1503"/>
                  </a:cubicBezTo>
                  <a:close/>
                  <a:moveTo>
                    <a:pt x="235" y="1334"/>
                  </a:moveTo>
                  <a:cubicBezTo>
                    <a:pt x="235" y="1352"/>
                    <a:pt x="220" y="1366"/>
                    <a:pt x="203" y="1366"/>
                  </a:cubicBezTo>
                  <a:cubicBezTo>
                    <a:pt x="185" y="1366"/>
                    <a:pt x="171" y="1352"/>
                    <a:pt x="171" y="1334"/>
                  </a:cubicBezTo>
                  <a:cubicBezTo>
                    <a:pt x="171" y="1316"/>
                    <a:pt x="185" y="1302"/>
                    <a:pt x="203" y="1302"/>
                  </a:cubicBezTo>
                  <a:cubicBezTo>
                    <a:pt x="220" y="1302"/>
                    <a:pt x="235" y="1316"/>
                    <a:pt x="235" y="1334"/>
                  </a:cubicBezTo>
                  <a:close/>
                  <a:moveTo>
                    <a:pt x="243" y="1567"/>
                  </a:moveTo>
                  <a:cubicBezTo>
                    <a:pt x="243" y="1585"/>
                    <a:pt x="228" y="1599"/>
                    <a:pt x="211" y="1599"/>
                  </a:cubicBezTo>
                  <a:cubicBezTo>
                    <a:pt x="193" y="1599"/>
                    <a:pt x="179" y="1585"/>
                    <a:pt x="179" y="1567"/>
                  </a:cubicBezTo>
                  <a:cubicBezTo>
                    <a:pt x="179" y="1549"/>
                    <a:pt x="193" y="1535"/>
                    <a:pt x="211" y="1535"/>
                  </a:cubicBezTo>
                  <a:cubicBezTo>
                    <a:pt x="228" y="1535"/>
                    <a:pt x="243" y="1549"/>
                    <a:pt x="243" y="1567"/>
                  </a:cubicBezTo>
                  <a:close/>
                  <a:moveTo>
                    <a:pt x="440" y="404"/>
                  </a:moveTo>
                  <a:cubicBezTo>
                    <a:pt x="441" y="403"/>
                    <a:pt x="441" y="403"/>
                    <a:pt x="441" y="402"/>
                  </a:cubicBezTo>
                  <a:cubicBezTo>
                    <a:pt x="442" y="402"/>
                    <a:pt x="442" y="401"/>
                    <a:pt x="442" y="400"/>
                  </a:cubicBezTo>
                  <a:cubicBezTo>
                    <a:pt x="448" y="390"/>
                    <a:pt x="458" y="383"/>
                    <a:pt x="470" y="383"/>
                  </a:cubicBezTo>
                  <a:cubicBezTo>
                    <a:pt x="488" y="383"/>
                    <a:pt x="502" y="398"/>
                    <a:pt x="502" y="415"/>
                  </a:cubicBezTo>
                  <a:cubicBezTo>
                    <a:pt x="502" y="433"/>
                    <a:pt x="488" y="447"/>
                    <a:pt x="470" y="447"/>
                  </a:cubicBezTo>
                  <a:cubicBezTo>
                    <a:pt x="452" y="447"/>
                    <a:pt x="438" y="433"/>
                    <a:pt x="438" y="415"/>
                  </a:cubicBezTo>
                  <a:cubicBezTo>
                    <a:pt x="438" y="411"/>
                    <a:pt x="439" y="407"/>
                    <a:pt x="440" y="404"/>
                  </a:cubicBezTo>
                  <a:close/>
                  <a:moveTo>
                    <a:pt x="744" y="797"/>
                  </a:moveTo>
                  <a:cubicBezTo>
                    <a:pt x="744" y="780"/>
                    <a:pt x="758" y="765"/>
                    <a:pt x="776" y="765"/>
                  </a:cubicBezTo>
                  <a:cubicBezTo>
                    <a:pt x="793" y="765"/>
                    <a:pt x="808" y="780"/>
                    <a:pt x="808" y="797"/>
                  </a:cubicBezTo>
                  <a:cubicBezTo>
                    <a:pt x="808" y="815"/>
                    <a:pt x="793" y="829"/>
                    <a:pt x="776" y="829"/>
                  </a:cubicBezTo>
                  <a:cubicBezTo>
                    <a:pt x="758" y="829"/>
                    <a:pt x="744" y="815"/>
                    <a:pt x="744" y="797"/>
                  </a:cubicBezTo>
                  <a:close/>
                  <a:moveTo>
                    <a:pt x="377" y="1131"/>
                  </a:moveTo>
                  <a:cubicBezTo>
                    <a:pt x="377" y="1149"/>
                    <a:pt x="363" y="1163"/>
                    <a:pt x="345" y="1163"/>
                  </a:cubicBezTo>
                  <a:cubicBezTo>
                    <a:pt x="327" y="1163"/>
                    <a:pt x="313" y="1149"/>
                    <a:pt x="313" y="1131"/>
                  </a:cubicBezTo>
                  <a:cubicBezTo>
                    <a:pt x="313" y="1114"/>
                    <a:pt x="327" y="1099"/>
                    <a:pt x="345" y="1099"/>
                  </a:cubicBezTo>
                  <a:cubicBezTo>
                    <a:pt x="363" y="1099"/>
                    <a:pt x="377" y="1114"/>
                    <a:pt x="377" y="1131"/>
                  </a:cubicBezTo>
                  <a:close/>
                  <a:moveTo>
                    <a:pt x="591" y="1263"/>
                  </a:moveTo>
                  <a:cubicBezTo>
                    <a:pt x="608" y="1263"/>
                    <a:pt x="623" y="1278"/>
                    <a:pt x="623" y="1295"/>
                  </a:cubicBezTo>
                  <a:cubicBezTo>
                    <a:pt x="623" y="1313"/>
                    <a:pt x="608" y="1327"/>
                    <a:pt x="591" y="1327"/>
                  </a:cubicBezTo>
                  <a:cubicBezTo>
                    <a:pt x="573" y="1327"/>
                    <a:pt x="559" y="1313"/>
                    <a:pt x="559" y="1295"/>
                  </a:cubicBezTo>
                  <a:cubicBezTo>
                    <a:pt x="559" y="1278"/>
                    <a:pt x="573" y="1263"/>
                    <a:pt x="591" y="12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4" name="Freeform 150"/>
            <p:cNvSpPr>
              <a:spLocks noEditPoints="1"/>
            </p:cNvSpPr>
            <p:nvPr userDrawn="1"/>
          </p:nvSpPr>
          <p:spPr bwMode="auto">
            <a:xfrm>
              <a:off x="1419129" y="5301339"/>
              <a:ext cx="134541" cy="227012"/>
            </a:xfrm>
            <a:custGeom>
              <a:avLst/>
              <a:gdLst>
                <a:gd name="T0" fmla="*/ 284 w 330"/>
                <a:gd name="T1" fmla="*/ 477 h 556"/>
                <a:gd name="T2" fmla="*/ 276 w 330"/>
                <a:gd name="T3" fmla="*/ 442 h 556"/>
                <a:gd name="T4" fmla="*/ 330 w 330"/>
                <a:gd name="T5" fmla="*/ 290 h 556"/>
                <a:gd name="T6" fmla="*/ 155 w 330"/>
                <a:gd name="T7" fmla="*/ 60 h 556"/>
                <a:gd name="T8" fmla="*/ 79 w 330"/>
                <a:gd name="T9" fmla="*/ 0 h 556"/>
                <a:gd name="T10" fmla="*/ 0 w 330"/>
                <a:gd name="T11" fmla="*/ 79 h 556"/>
                <a:gd name="T12" fmla="*/ 79 w 330"/>
                <a:gd name="T13" fmla="*/ 158 h 556"/>
                <a:gd name="T14" fmla="*/ 152 w 330"/>
                <a:gd name="T15" fmla="*/ 108 h 556"/>
                <a:gd name="T16" fmla="*/ 283 w 330"/>
                <a:gd name="T17" fmla="*/ 290 h 556"/>
                <a:gd name="T18" fmla="*/ 243 w 330"/>
                <a:gd name="T19" fmla="*/ 408 h 556"/>
                <a:gd name="T20" fmla="*/ 205 w 330"/>
                <a:gd name="T21" fmla="*/ 398 h 556"/>
                <a:gd name="T22" fmla="*/ 127 w 330"/>
                <a:gd name="T23" fmla="*/ 477 h 556"/>
                <a:gd name="T24" fmla="*/ 205 w 330"/>
                <a:gd name="T25" fmla="*/ 556 h 556"/>
                <a:gd name="T26" fmla="*/ 284 w 330"/>
                <a:gd name="T27" fmla="*/ 477 h 556"/>
                <a:gd name="T28" fmla="*/ 79 w 330"/>
                <a:gd name="T29" fmla="*/ 111 h 556"/>
                <a:gd name="T30" fmla="*/ 47 w 330"/>
                <a:gd name="T31" fmla="*/ 79 h 556"/>
                <a:gd name="T32" fmla="*/ 79 w 330"/>
                <a:gd name="T33" fmla="*/ 47 h 556"/>
                <a:gd name="T34" fmla="*/ 111 w 330"/>
                <a:gd name="T35" fmla="*/ 79 h 556"/>
                <a:gd name="T36" fmla="*/ 111 w 330"/>
                <a:gd name="T37" fmla="*/ 79 h 556"/>
                <a:gd name="T38" fmla="*/ 79 w 330"/>
                <a:gd name="T39" fmla="*/ 111 h 556"/>
                <a:gd name="T40" fmla="*/ 173 w 330"/>
                <a:gd name="T41" fmla="*/ 477 h 556"/>
                <a:gd name="T42" fmla="*/ 205 w 330"/>
                <a:gd name="T43" fmla="*/ 445 h 556"/>
                <a:gd name="T44" fmla="*/ 237 w 330"/>
                <a:gd name="T45" fmla="*/ 477 h 556"/>
                <a:gd name="T46" fmla="*/ 205 w 330"/>
                <a:gd name="T47" fmla="*/ 509 h 556"/>
                <a:gd name="T48" fmla="*/ 173 w 330"/>
                <a:gd name="T49" fmla="*/ 477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30" h="556">
                  <a:moveTo>
                    <a:pt x="284" y="477"/>
                  </a:moveTo>
                  <a:cubicBezTo>
                    <a:pt x="284" y="464"/>
                    <a:pt x="281" y="452"/>
                    <a:pt x="276" y="442"/>
                  </a:cubicBezTo>
                  <a:cubicBezTo>
                    <a:pt x="311" y="399"/>
                    <a:pt x="330" y="346"/>
                    <a:pt x="330" y="290"/>
                  </a:cubicBezTo>
                  <a:cubicBezTo>
                    <a:pt x="330" y="183"/>
                    <a:pt x="257" y="89"/>
                    <a:pt x="155" y="60"/>
                  </a:cubicBezTo>
                  <a:cubicBezTo>
                    <a:pt x="147" y="26"/>
                    <a:pt x="116" y="0"/>
                    <a:pt x="79" y="0"/>
                  </a:cubicBezTo>
                  <a:cubicBezTo>
                    <a:pt x="35" y="0"/>
                    <a:pt x="0" y="35"/>
                    <a:pt x="0" y="79"/>
                  </a:cubicBezTo>
                  <a:cubicBezTo>
                    <a:pt x="0" y="122"/>
                    <a:pt x="35" y="158"/>
                    <a:pt x="79" y="158"/>
                  </a:cubicBezTo>
                  <a:cubicBezTo>
                    <a:pt x="112" y="158"/>
                    <a:pt x="140" y="137"/>
                    <a:pt x="152" y="108"/>
                  </a:cubicBezTo>
                  <a:cubicBezTo>
                    <a:pt x="229" y="134"/>
                    <a:pt x="283" y="207"/>
                    <a:pt x="283" y="290"/>
                  </a:cubicBezTo>
                  <a:cubicBezTo>
                    <a:pt x="283" y="333"/>
                    <a:pt x="269" y="374"/>
                    <a:pt x="243" y="408"/>
                  </a:cubicBezTo>
                  <a:cubicBezTo>
                    <a:pt x="232" y="402"/>
                    <a:pt x="219" y="398"/>
                    <a:pt x="205" y="398"/>
                  </a:cubicBezTo>
                  <a:cubicBezTo>
                    <a:pt x="162" y="398"/>
                    <a:pt x="127" y="434"/>
                    <a:pt x="127" y="477"/>
                  </a:cubicBezTo>
                  <a:cubicBezTo>
                    <a:pt x="127" y="520"/>
                    <a:pt x="162" y="556"/>
                    <a:pt x="205" y="556"/>
                  </a:cubicBezTo>
                  <a:cubicBezTo>
                    <a:pt x="249" y="556"/>
                    <a:pt x="284" y="520"/>
                    <a:pt x="284" y="477"/>
                  </a:cubicBezTo>
                  <a:close/>
                  <a:moveTo>
                    <a:pt x="79" y="111"/>
                  </a:moveTo>
                  <a:cubicBezTo>
                    <a:pt x="61" y="111"/>
                    <a:pt x="47" y="96"/>
                    <a:pt x="47" y="79"/>
                  </a:cubicBezTo>
                  <a:cubicBezTo>
                    <a:pt x="47" y="61"/>
                    <a:pt x="61" y="47"/>
                    <a:pt x="79" y="47"/>
                  </a:cubicBezTo>
                  <a:cubicBezTo>
                    <a:pt x="96" y="47"/>
                    <a:pt x="111" y="61"/>
                    <a:pt x="111" y="79"/>
                  </a:cubicBezTo>
                  <a:cubicBezTo>
                    <a:pt x="111" y="79"/>
                    <a:pt x="111" y="79"/>
                    <a:pt x="111" y="79"/>
                  </a:cubicBezTo>
                  <a:cubicBezTo>
                    <a:pt x="111" y="96"/>
                    <a:pt x="96" y="111"/>
                    <a:pt x="79" y="111"/>
                  </a:cubicBezTo>
                  <a:close/>
                  <a:moveTo>
                    <a:pt x="173" y="477"/>
                  </a:moveTo>
                  <a:cubicBezTo>
                    <a:pt x="173" y="459"/>
                    <a:pt x="188" y="445"/>
                    <a:pt x="205" y="445"/>
                  </a:cubicBezTo>
                  <a:cubicBezTo>
                    <a:pt x="223" y="445"/>
                    <a:pt x="237" y="459"/>
                    <a:pt x="237" y="477"/>
                  </a:cubicBezTo>
                  <a:cubicBezTo>
                    <a:pt x="237" y="495"/>
                    <a:pt x="223" y="509"/>
                    <a:pt x="205" y="509"/>
                  </a:cubicBezTo>
                  <a:cubicBezTo>
                    <a:pt x="188" y="509"/>
                    <a:pt x="173" y="495"/>
                    <a:pt x="173" y="4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" name="Freeform 151"/>
            <p:cNvSpPr>
              <a:spLocks noEditPoints="1"/>
            </p:cNvSpPr>
            <p:nvPr userDrawn="1"/>
          </p:nvSpPr>
          <p:spPr bwMode="auto">
            <a:xfrm>
              <a:off x="780558" y="4940183"/>
              <a:ext cx="1204912" cy="1204912"/>
            </a:xfrm>
            <a:custGeom>
              <a:avLst/>
              <a:gdLst>
                <a:gd name="T0" fmla="*/ 1476 w 2952"/>
                <a:gd name="T1" fmla="*/ 2952 h 2952"/>
                <a:gd name="T2" fmla="*/ 902 w 2952"/>
                <a:gd name="T3" fmla="*/ 2836 h 2952"/>
                <a:gd name="T4" fmla="*/ 433 w 2952"/>
                <a:gd name="T5" fmla="*/ 2519 h 2952"/>
                <a:gd name="T6" fmla="*/ 116 w 2952"/>
                <a:gd name="T7" fmla="*/ 2050 h 2952"/>
                <a:gd name="T8" fmla="*/ 0 w 2952"/>
                <a:gd name="T9" fmla="*/ 1476 h 2952"/>
                <a:gd name="T10" fmla="*/ 116 w 2952"/>
                <a:gd name="T11" fmla="*/ 902 h 2952"/>
                <a:gd name="T12" fmla="*/ 433 w 2952"/>
                <a:gd name="T13" fmla="*/ 433 h 2952"/>
                <a:gd name="T14" fmla="*/ 902 w 2952"/>
                <a:gd name="T15" fmla="*/ 116 h 2952"/>
                <a:gd name="T16" fmla="*/ 1476 w 2952"/>
                <a:gd name="T17" fmla="*/ 0 h 2952"/>
                <a:gd name="T18" fmla="*/ 2050 w 2952"/>
                <a:gd name="T19" fmla="*/ 116 h 2952"/>
                <a:gd name="T20" fmla="*/ 2519 w 2952"/>
                <a:gd name="T21" fmla="*/ 433 h 2952"/>
                <a:gd name="T22" fmla="*/ 2836 w 2952"/>
                <a:gd name="T23" fmla="*/ 902 h 2952"/>
                <a:gd name="T24" fmla="*/ 2952 w 2952"/>
                <a:gd name="T25" fmla="*/ 1476 h 2952"/>
                <a:gd name="T26" fmla="*/ 2836 w 2952"/>
                <a:gd name="T27" fmla="*/ 2050 h 2952"/>
                <a:gd name="T28" fmla="*/ 2519 w 2952"/>
                <a:gd name="T29" fmla="*/ 2519 h 2952"/>
                <a:gd name="T30" fmla="*/ 2050 w 2952"/>
                <a:gd name="T31" fmla="*/ 2836 h 2952"/>
                <a:gd name="T32" fmla="*/ 1476 w 2952"/>
                <a:gd name="T33" fmla="*/ 2952 h 2952"/>
                <a:gd name="T34" fmla="*/ 1476 w 2952"/>
                <a:gd name="T35" fmla="*/ 48 h 2952"/>
                <a:gd name="T36" fmla="*/ 48 w 2952"/>
                <a:gd name="T37" fmla="*/ 1476 h 2952"/>
                <a:gd name="T38" fmla="*/ 1476 w 2952"/>
                <a:gd name="T39" fmla="*/ 2904 h 2952"/>
                <a:gd name="T40" fmla="*/ 2904 w 2952"/>
                <a:gd name="T41" fmla="*/ 1476 h 2952"/>
                <a:gd name="T42" fmla="*/ 1476 w 2952"/>
                <a:gd name="T43" fmla="*/ 48 h 2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952" h="2952">
                  <a:moveTo>
                    <a:pt x="1476" y="2952"/>
                  </a:moveTo>
                  <a:cubicBezTo>
                    <a:pt x="1277" y="2952"/>
                    <a:pt x="1084" y="2913"/>
                    <a:pt x="902" y="2836"/>
                  </a:cubicBezTo>
                  <a:cubicBezTo>
                    <a:pt x="726" y="2761"/>
                    <a:pt x="568" y="2655"/>
                    <a:pt x="433" y="2519"/>
                  </a:cubicBezTo>
                  <a:cubicBezTo>
                    <a:pt x="297" y="2384"/>
                    <a:pt x="191" y="2226"/>
                    <a:pt x="116" y="2050"/>
                  </a:cubicBezTo>
                  <a:cubicBezTo>
                    <a:pt x="39" y="1868"/>
                    <a:pt x="0" y="1675"/>
                    <a:pt x="0" y="1476"/>
                  </a:cubicBezTo>
                  <a:cubicBezTo>
                    <a:pt x="0" y="1277"/>
                    <a:pt x="39" y="1084"/>
                    <a:pt x="116" y="902"/>
                  </a:cubicBezTo>
                  <a:cubicBezTo>
                    <a:pt x="191" y="726"/>
                    <a:pt x="297" y="568"/>
                    <a:pt x="433" y="433"/>
                  </a:cubicBezTo>
                  <a:cubicBezTo>
                    <a:pt x="568" y="297"/>
                    <a:pt x="726" y="191"/>
                    <a:pt x="902" y="116"/>
                  </a:cubicBezTo>
                  <a:cubicBezTo>
                    <a:pt x="1084" y="39"/>
                    <a:pt x="1277" y="0"/>
                    <a:pt x="1476" y="0"/>
                  </a:cubicBezTo>
                  <a:cubicBezTo>
                    <a:pt x="1675" y="0"/>
                    <a:pt x="1868" y="39"/>
                    <a:pt x="2050" y="116"/>
                  </a:cubicBezTo>
                  <a:cubicBezTo>
                    <a:pt x="2226" y="191"/>
                    <a:pt x="2384" y="297"/>
                    <a:pt x="2519" y="433"/>
                  </a:cubicBezTo>
                  <a:cubicBezTo>
                    <a:pt x="2655" y="568"/>
                    <a:pt x="2761" y="726"/>
                    <a:pt x="2836" y="902"/>
                  </a:cubicBezTo>
                  <a:cubicBezTo>
                    <a:pt x="2913" y="1084"/>
                    <a:pt x="2952" y="1277"/>
                    <a:pt x="2952" y="1476"/>
                  </a:cubicBezTo>
                  <a:cubicBezTo>
                    <a:pt x="2952" y="1675"/>
                    <a:pt x="2913" y="1868"/>
                    <a:pt x="2836" y="2050"/>
                  </a:cubicBezTo>
                  <a:cubicBezTo>
                    <a:pt x="2761" y="2226"/>
                    <a:pt x="2655" y="2384"/>
                    <a:pt x="2519" y="2519"/>
                  </a:cubicBezTo>
                  <a:cubicBezTo>
                    <a:pt x="2384" y="2655"/>
                    <a:pt x="2226" y="2761"/>
                    <a:pt x="2050" y="2836"/>
                  </a:cubicBezTo>
                  <a:cubicBezTo>
                    <a:pt x="1868" y="2913"/>
                    <a:pt x="1675" y="2952"/>
                    <a:pt x="1476" y="2952"/>
                  </a:cubicBezTo>
                  <a:close/>
                  <a:moveTo>
                    <a:pt x="1476" y="48"/>
                  </a:moveTo>
                  <a:cubicBezTo>
                    <a:pt x="689" y="48"/>
                    <a:pt x="48" y="689"/>
                    <a:pt x="48" y="1476"/>
                  </a:cubicBezTo>
                  <a:cubicBezTo>
                    <a:pt x="48" y="2263"/>
                    <a:pt x="689" y="2904"/>
                    <a:pt x="1476" y="2904"/>
                  </a:cubicBezTo>
                  <a:cubicBezTo>
                    <a:pt x="2263" y="2904"/>
                    <a:pt x="2904" y="2263"/>
                    <a:pt x="2904" y="1476"/>
                  </a:cubicBezTo>
                  <a:cubicBezTo>
                    <a:pt x="2904" y="689"/>
                    <a:pt x="2263" y="48"/>
                    <a:pt x="147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8" name="Freeform 152"/>
            <p:cNvSpPr>
              <a:spLocks/>
            </p:cNvSpPr>
            <p:nvPr userDrawn="1"/>
          </p:nvSpPr>
          <p:spPr bwMode="auto">
            <a:xfrm>
              <a:off x="1571132" y="4752858"/>
              <a:ext cx="624681" cy="1101327"/>
            </a:xfrm>
            <a:custGeom>
              <a:avLst/>
              <a:gdLst>
                <a:gd name="T0" fmla="*/ 1373 w 1530"/>
                <a:gd name="T1" fmla="*/ 1160 h 2698"/>
                <a:gd name="T2" fmla="*/ 947 w 1530"/>
                <a:gd name="T3" fmla="*/ 527 h 2698"/>
                <a:gd name="T4" fmla="*/ 314 w 1530"/>
                <a:gd name="T5" fmla="*/ 101 h 2698"/>
                <a:gd name="T6" fmla="*/ 8 w 1530"/>
                <a:gd name="T7" fmla="*/ 0 h 2698"/>
                <a:gd name="T8" fmla="*/ 0 w 1530"/>
                <a:gd name="T9" fmla="*/ 47 h 2698"/>
                <a:gd name="T10" fmla="*/ 1482 w 1530"/>
                <a:gd name="T11" fmla="*/ 1935 h 2698"/>
                <a:gd name="T12" fmla="*/ 1331 w 1530"/>
                <a:gd name="T13" fmla="*/ 2684 h 2698"/>
                <a:gd name="T14" fmla="*/ 1378 w 1530"/>
                <a:gd name="T15" fmla="*/ 2698 h 2698"/>
                <a:gd name="T16" fmla="*/ 1530 w 1530"/>
                <a:gd name="T17" fmla="*/ 1935 h 2698"/>
                <a:gd name="T18" fmla="*/ 1373 w 1530"/>
                <a:gd name="T19" fmla="*/ 1160 h 2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30" h="2698">
                  <a:moveTo>
                    <a:pt x="1373" y="1160"/>
                  </a:moveTo>
                  <a:cubicBezTo>
                    <a:pt x="1273" y="923"/>
                    <a:pt x="1130" y="710"/>
                    <a:pt x="947" y="527"/>
                  </a:cubicBezTo>
                  <a:cubicBezTo>
                    <a:pt x="764" y="344"/>
                    <a:pt x="551" y="201"/>
                    <a:pt x="314" y="101"/>
                  </a:cubicBezTo>
                  <a:cubicBezTo>
                    <a:pt x="214" y="58"/>
                    <a:pt x="112" y="25"/>
                    <a:pt x="8" y="0"/>
                  </a:cubicBezTo>
                  <a:cubicBezTo>
                    <a:pt x="6" y="16"/>
                    <a:pt x="3" y="32"/>
                    <a:pt x="0" y="47"/>
                  </a:cubicBezTo>
                  <a:cubicBezTo>
                    <a:pt x="849" y="255"/>
                    <a:pt x="1482" y="1022"/>
                    <a:pt x="1482" y="1935"/>
                  </a:cubicBezTo>
                  <a:cubicBezTo>
                    <a:pt x="1482" y="2200"/>
                    <a:pt x="1428" y="2454"/>
                    <a:pt x="1331" y="2684"/>
                  </a:cubicBezTo>
                  <a:cubicBezTo>
                    <a:pt x="1347" y="2688"/>
                    <a:pt x="1363" y="2693"/>
                    <a:pt x="1378" y="2698"/>
                  </a:cubicBezTo>
                  <a:cubicBezTo>
                    <a:pt x="1479" y="2456"/>
                    <a:pt x="1530" y="2199"/>
                    <a:pt x="1530" y="1935"/>
                  </a:cubicBezTo>
                  <a:cubicBezTo>
                    <a:pt x="1530" y="1666"/>
                    <a:pt x="1477" y="1406"/>
                    <a:pt x="1373" y="11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0" name="Freeform 153"/>
            <p:cNvSpPr>
              <a:spLocks/>
            </p:cNvSpPr>
            <p:nvPr userDrawn="1"/>
          </p:nvSpPr>
          <p:spPr bwMode="auto">
            <a:xfrm>
              <a:off x="570214" y="4752858"/>
              <a:ext cx="624681" cy="1101327"/>
            </a:xfrm>
            <a:custGeom>
              <a:avLst/>
              <a:gdLst>
                <a:gd name="T0" fmla="*/ 1530 w 1530"/>
                <a:gd name="T1" fmla="*/ 47 h 2698"/>
                <a:gd name="T2" fmla="*/ 1522 w 1530"/>
                <a:gd name="T3" fmla="*/ 0 h 2698"/>
                <a:gd name="T4" fmla="*/ 1216 w 1530"/>
                <a:gd name="T5" fmla="*/ 101 h 2698"/>
                <a:gd name="T6" fmla="*/ 583 w 1530"/>
                <a:gd name="T7" fmla="*/ 527 h 2698"/>
                <a:gd name="T8" fmla="*/ 157 w 1530"/>
                <a:gd name="T9" fmla="*/ 1160 h 2698"/>
                <a:gd name="T10" fmla="*/ 0 w 1530"/>
                <a:gd name="T11" fmla="*/ 1935 h 2698"/>
                <a:gd name="T12" fmla="*/ 152 w 1530"/>
                <a:gd name="T13" fmla="*/ 2698 h 2698"/>
                <a:gd name="T14" fmla="*/ 199 w 1530"/>
                <a:gd name="T15" fmla="*/ 2684 h 2698"/>
                <a:gd name="T16" fmla="*/ 48 w 1530"/>
                <a:gd name="T17" fmla="*/ 1935 h 2698"/>
                <a:gd name="T18" fmla="*/ 1530 w 1530"/>
                <a:gd name="T19" fmla="*/ 47 h 2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30" h="2698">
                  <a:moveTo>
                    <a:pt x="1530" y="47"/>
                  </a:moveTo>
                  <a:cubicBezTo>
                    <a:pt x="1527" y="32"/>
                    <a:pt x="1524" y="16"/>
                    <a:pt x="1522" y="0"/>
                  </a:cubicBezTo>
                  <a:cubicBezTo>
                    <a:pt x="1418" y="25"/>
                    <a:pt x="1316" y="58"/>
                    <a:pt x="1216" y="101"/>
                  </a:cubicBezTo>
                  <a:cubicBezTo>
                    <a:pt x="979" y="201"/>
                    <a:pt x="766" y="344"/>
                    <a:pt x="583" y="527"/>
                  </a:cubicBezTo>
                  <a:cubicBezTo>
                    <a:pt x="400" y="710"/>
                    <a:pt x="257" y="923"/>
                    <a:pt x="157" y="1160"/>
                  </a:cubicBezTo>
                  <a:cubicBezTo>
                    <a:pt x="53" y="1406"/>
                    <a:pt x="0" y="1666"/>
                    <a:pt x="0" y="1935"/>
                  </a:cubicBezTo>
                  <a:cubicBezTo>
                    <a:pt x="0" y="2199"/>
                    <a:pt x="51" y="2456"/>
                    <a:pt x="152" y="2698"/>
                  </a:cubicBezTo>
                  <a:cubicBezTo>
                    <a:pt x="167" y="2693"/>
                    <a:pt x="183" y="2688"/>
                    <a:pt x="199" y="2684"/>
                  </a:cubicBezTo>
                  <a:cubicBezTo>
                    <a:pt x="102" y="2454"/>
                    <a:pt x="48" y="2200"/>
                    <a:pt x="48" y="1935"/>
                  </a:cubicBezTo>
                  <a:cubicBezTo>
                    <a:pt x="48" y="1022"/>
                    <a:pt x="681" y="255"/>
                    <a:pt x="1530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" name="Freeform 154"/>
            <p:cNvSpPr>
              <a:spLocks/>
            </p:cNvSpPr>
            <p:nvPr userDrawn="1"/>
          </p:nvSpPr>
          <p:spPr bwMode="auto">
            <a:xfrm>
              <a:off x="848026" y="6137951"/>
              <a:ext cx="1070371" cy="217487"/>
            </a:xfrm>
            <a:custGeom>
              <a:avLst/>
              <a:gdLst>
                <a:gd name="T0" fmla="*/ 2594 w 2622"/>
                <a:gd name="T1" fmla="*/ 0 h 533"/>
                <a:gd name="T2" fmla="*/ 1311 w 2622"/>
                <a:gd name="T3" fmla="*/ 485 h 533"/>
                <a:gd name="T4" fmla="*/ 28 w 2622"/>
                <a:gd name="T5" fmla="*/ 0 h 533"/>
                <a:gd name="T6" fmla="*/ 0 w 2622"/>
                <a:gd name="T7" fmla="*/ 40 h 533"/>
                <a:gd name="T8" fmla="*/ 536 w 2622"/>
                <a:gd name="T9" fmla="*/ 376 h 533"/>
                <a:gd name="T10" fmla="*/ 1311 w 2622"/>
                <a:gd name="T11" fmla="*/ 533 h 533"/>
                <a:gd name="T12" fmla="*/ 2086 w 2622"/>
                <a:gd name="T13" fmla="*/ 376 h 533"/>
                <a:gd name="T14" fmla="*/ 2622 w 2622"/>
                <a:gd name="T15" fmla="*/ 40 h 533"/>
                <a:gd name="T16" fmla="*/ 2594 w 2622"/>
                <a:gd name="T17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22" h="533">
                  <a:moveTo>
                    <a:pt x="2594" y="0"/>
                  </a:moveTo>
                  <a:cubicBezTo>
                    <a:pt x="2252" y="301"/>
                    <a:pt x="1802" y="485"/>
                    <a:pt x="1311" y="485"/>
                  </a:cubicBezTo>
                  <a:cubicBezTo>
                    <a:pt x="820" y="485"/>
                    <a:pt x="370" y="301"/>
                    <a:pt x="28" y="0"/>
                  </a:cubicBezTo>
                  <a:cubicBezTo>
                    <a:pt x="19" y="14"/>
                    <a:pt x="10" y="27"/>
                    <a:pt x="0" y="40"/>
                  </a:cubicBezTo>
                  <a:cubicBezTo>
                    <a:pt x="160" y="180"/>
                    <a:pt x="340" y="293"/>
                    <a:pt x="536" y="376"/>
                  </a:cubicBezTo>
                  <a:cubicBezTo>
                    <a:pt x="782" y="480"/>
                    <a:pt x="1042" y="533"/>
                    <a:pt x="1311" y="533"/>
                  </a:cubicBezTo>
                  <a:cubicBezTo>
                    <a:pt x="1580" y="533"/>
                    <a:pt x="1840" y="480"/>
                    <a:pt x="2086" y="376"/>
                  </a:cubicBezTo>
                  <a:cubicBezTo>
                    <a:pt x="2282" y="293"/>
                    <a:pt x="2462" y="180"/>
                    <a:pt x="2622" y="40"/>
                  </a:cubicBezTo>
                  <a:cubicBezTo>
                    <a:pt x="2612" y="27"/>
                    <a:pt x="2603" y="14"/>
                    <a:pt x="259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" name="Freeform 155"/>
            <p:cNvSpPr>
              <a:spLocks/>
            </p:cNvSpPr>
            <p:nvPr userDrawn="1"/>
          </p:nvSpPr>
          <p:spPr bwMode="auto">
            <a:xfrm>
              <a:off x="623792" y="5945070"/>
              <a:ext cx="143669" cy="181769"/>
            </a:xfrm>
            <a:custGeom>
              <a:avLst/>
              <a:gdLst>
                <a:gd name="T0" fmla="*/ 352 w 352"/>
                <a:gd name="T1" fmla="*/ 65 h 445"/>
                <a:gd name="T2" fmla="*/ 352 w 352"/>
                <a:gd name="T3" fmla="*/ 76 h 445"/>
                <a:gd name="T4" fmla="*/ 350 w 352"/>
                <a:gd name="T5" fmla="*/ 84 h 445"/>
                <a:gd name="T6" fmla="*/ 346 w 352"/>
                <a:gd name="T7" fmla="*/ 89 h 445"/>
                <a:gd name="T8" fmla="*/ 342 w 352"/>
                <a:gd name="T9" fmla="*/ 90 h 445"/>
                <a:gd name="T10" fmla="*/ 329 w 352"/>
                <a:gd name="T11" fmla="*/ 84 h 445"/>
                <a:gd name="T12" fmla="*/ 303 w 352"/>
                <a:gd name="T13" fmla="*/ 70 h 445"/>
                <a:gd name="T14" fmla="*/ 266 w 352"/>
                <a:gd name="T15" fmla="*/ 56 h 445"/>
                <a:gd name="T16" fmla="*/ 214 w 352"/>
                <a:gd name="T17" fmla="*/ 49 h 445"/>
                <a:gd name="T18" fmla="*/ 149 w 352"/>
                <a:gd name="T19" fmla="*/ 62 h 445"/>
                <a:gd name="T20" fmla="*/ 101 w 352"/>
                <a:gd name="T21" fmla="*/ 98 h 445"/>
                <a:gd name="T22" fmla="*/ 71 w 352"/>
                <a:gd name="T23" fmla="*/ 153 h 445"/>
                <a:gd name="T24" fmla="*/ 60 w 352"/>
                <a:gd name="T25" fmla="*/ 222 h 445"/>
                <a:gd name="T26" fmla="*/ 72 w 352"/>
                <a:gd name="T27" fmla="*/ 296 h 445"/>
                <a:gd name="T28" fmla="*/ 104 w 352"/>
                <a:gd name="T29" fmla="*/ 350 h 445"/>
                <a:gd name="T30" fmla="*/ 153 w 352"/>
                <a:gd name="T31" fmla="*/ 384 h 445"/>
                <a:gd name="T32" fmla="*/ 215 w 352"/>
                <a:gd name="T33" fmla="*/ 395 h 445"/>
                <a:gd name="T34" fmla="*/ 255 w 352"/>
                <a:gd name="T35" fmla="*/ 390 h 445"/>
                <a:gd name="T36" fmla="*/ 294 w 352"/>
                <a:gd name="T37" fmla="*/ 375 h 445"/>
                <a:gd name="T38" fmla="*/ 294 w 352"/>
                <a:gd name="T39" fmla="*/ 249 h 445"/>
                <a:gd name="T40" fmla="*/ 193 w 352"/>
                <a:gd name="T41" fmla="*/ 249 h 445"/>
                <a:gd name="T42" fmla="*/ 185 w 352"/>
                <a:gd name="T43" fmla="*/ 244 h 445"/>
                <a:gd name="T44" fmla="*/ 182 w 352"/>
                <a:gd name="T45" fmla="*/ 226 h 445"/>
                <a:gd name="T46" fmla="*/ 183 w 352"/>
                <a:gd name="T47" fmla="*/ 215 h 445"/>
                <a:gd name="T48" fmla="*/ 185 w 352"/>
                <a:gd name="T49" fmla="*/ 208 h 445"/>
                <a:gd name="T50" fmla="*/ 188 w 352"/>
                <a:gd name="T51" fmla="*/ 203 h 445"/>
                <a:gd name="T52" fmla="*/ 193 w 352"/>
                <a:gd name="T53" fmla="*/ 202 h 445"/>
                <a:gd name="T54" fmla="*/ 331 w 352"/>
                <a:gd name="T55" fmla="*/ 202 h 445"/>
                <a:gd name="T56" fmla="*/ 338 w 352"/>
                <a:gd name="T57" fmla="*/ 203 h 445"/>
                <a:gd name="T58" fmla="*/ 345 w 352"/>
                <a:gd name="T59" fmla="*/ 207 h 445"/>
                <a:gd name="T60" fmla="*/ 350 w 352"/>
                <a:gd name="T61" fmla="*/ 215 h 445"/>
                <a:gd name="T62" fmla="*/ 351 w 352"/>
                <a:gd name="T63" fmla="*/ 226 h 445"/>
                <a:gd name="T64" fmla="*/ 351 w 352"/>
                <a:gd name="T65" fmla="*/ 391 h 445"/>
                <a:gd name="T66" fmla="*/ 348 w 352"/>
                <a:gd name="T67" fmla="*/ 406 h 445"/>
                <a:gd name="T68" fmla="*/ 336 w 352"/>
                <a:gd name="T69" fmla="*/ 417 h 445"/>
                <a:gd name="T70" fmla="*/ 310 w 352"/>
                <a:gd name="T71" fmla="*/ 427 h 445"/>
                <a:gd name="T72" fmla="*/ 279 w 352"/>
                <a:gd name="T73" fmla="*/ 437 h 445"/>
                <a:gd name="T74" fmla="*/ 246 w 352"/>
                <a:gd name="T75" fmla="*/ 443 h 445"/>
                <a:gd name="T76" fmla="*/ 212 w 352"/>
                <a:gd name="T77" fmla="*/ 445 h 445"/>
                <a:gd name="T78" fmla="*/ 123 w 352"/>
                <a:gd name="T79" fmla="*/ 430 h 445"/>
                <a:gd name="T80" fmla="*/ 56 w 352"/>
                <a:gd name="T81" fmla="*/ 385 h 445"/>
                <a:gd name="T82" fmla="*/ 14 w 352"/>
                <a:gd name="T83" fmla="*/ 316 h 445"/>
                <a:gd name="T84" fmla="*/ 0 w 352"/>
                <a:gd name="T85" fmla="*/ 227 h 445"/>
                <a:gd name="T86" fmla="*/ 15 w 352"/>
                <a:gd name="T87" fmla="*/ 133 h 445"/>
                <a:gd name="T88" fmla="*/ 59 w 352"/>
                <a:gd name="T89" fmla="*/ 62 h 445"/>
                <a:gd name="T90" fmla="*/ 127 w 352"/>
                <a:gd name="T91" fmla="*/ 16 h 445"/>
                <a:gd name="T92" fmla="*/ 215 w 352"/>
                <a:gd name="T93" fmla="*/ 0 h 445"/>
                <a:gd name="T94" fmla="*/ 262 w 352"/>
                <a:gd name="T95" fmla="*/ 4 h 445"/>
                <a:gd name="T96" fmla="*/ 300 w 352"/>
                <a:gd name="T97" fmla="*/ 15 h 445"/>
                <a:gd name="T98" fmla="*/ 329 w 352"/>
                <a:gd name="T99" fmla="*/ 27 h 445"/>
                <a:gd name="T100" fmla="*/ 345 w 352"/>
                <a:gd name="T101" fmla="*/ 38 h 445"/>
                <a:gd name="T102" fmla="*/ 351 w 352"/>
                <a:gd name="T103" fmla="*/ 48 h 445"/>
                <a:gd name="T104" fmla="*/ 352 w 352"/>
                <a:gd name="T105" fmla="*/ 65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52" h="445">
                  <a:moveTo>
                    <a:pt x="352" y="65"/>
                  </a:moveTo>
                  <a:cubicBezTo>
                    <a:pt x="352" y="69"/>
                    <a:pt x="352" y="73"/>
                    <a:pt x="352" y="76"/>
                  </a:cubicBezTo>
                  <a:cubicBezTo>
                    <a:pt x="351" y="79"/>
                    <a:pt x="351" y="82"/>
                    <a:pt x="350" y="84"/>
                  </a:cubicBezTo>
                  <a:cubicBezTo>
                    <a:pt x="349" y="86"/>
                    <a:pt x="348" y="88"/>
                    <a:pt x="346" y="89"/>
                  </a:cubicBezTo>
                  <a:cubicBezTo>
                    <a:pt x="345" y="90"/>
                    <a:pt x="343" y="90"/>
                    <a:pt x="342" y="90"/>
                  </a:cubicBezTo>
                  <a:cubicBezTo>
                    <a:pt x="339" y="90"/>
                    <a:pt x="335" y="88"/>
                    <a:pt x="329" y="84"/>
                  </a:cubicBezTo>
                  <a:cubicBezTo>
                    <a:pt x="322" y="79"/>
                    <a:pt x="314" y="75"/>
                    <a:pt x="303" y="70"/>
                  </a:cubicBezTo>
                  <a:cubicBezTo>
                    <a:pt x="293" y="64"/>
                    <a:pt x="280" y="60"/>
                    <a:pt x="266" y="56"/>
                  </a:cubicBezTo>
                  <a:cubicBezTo>
                    <a:pt x="251" y="51"/>
                    <a:pt x="234" y="49"/>
                    <a:pt x="214" y="49"/>
                  </a:cubicBezTo>
                  <a:cubicBezTo>
                    <a:pt x="190" y="49"/>
                    <a:pt x="168" y="54"/>
                    <a:pt x="149" y="62"/>
                  </a:cubicBezTo>
                  <a:cubicBezTo>
                    <a:pt x="131" y="71"/>
                    <a:pt x="114" y="83"/>
                    <a:pt x="101" y="98"/>
                  </a:cubicBezTo>
                  <a:cubicBezTo>
                    <a:pt x="88" y="114"/>
                    <a:pt x="78" y="132"/>
                    <a:pt x="71" y="153"/>
                  </a:cubicBezTo>
                  <a:cubicBezTo>
                    <a:pt x="64" y="174"/>
                    <a:pt x="60" y="197"/>
                    <a:pt x="60" y="222"/>
                  </a:cubicBezTo>
                  <a:cubicBezTo>
                    <a:pt x="60" y="250"/>
                    <a:pt x="64" y="274"/>
                    <a:pt x="72" y="296"/>
                  </a:cubicBezTo>
                  <a:cubicBezTo>
                    <a:pt x="80" y="317"/>
                    <a:pt x="90" y="335"/>
                    <a:pt x="104" y="350"/>
                  </a:cubicBezTo>
                  <a:cubicBezTo>
                    <a:pt x="118" y="365"/>
                    <a:pt x="134" y="376"/>
                    <a:pt x="153" y="384"/>
                  </a:cubicBezTo>
                  <a:cubicBezTo>
                    <a:pt x="172" y="391"/>
                    <a:pt x="192" y="395"/>
                    <a:pt x="215" y="395"/>
                  </a:cubicBezTo>
                  <a:cubicBezTo>
                    <a:pt x="228" y="395"/>
                    <a:pt x="242" y="393"/>
                    <a:pt x="255" y="390"/>
                  </a:cubicBezTo>
                  <a:cubicBezTo>
                    <a:pt x="269" y="387"/>
                    <a:pt x="282" y="382"/>
                    <a:pt x="294" y="375"/>
                  </a:cubicBezTo>
                  <a:cubicBezTo>
                    <a:pt x="294" y="249"/>
                    <a:pt x="294" y="249"/>
                    <a:pt x="294" y="249"/>
                  </a:cubicBezTo>
                  <a:cubicBezTo>
                    <a:pt x="193" y="249"/>
                    <a:pt x="193" y="249"/>
                    <a:pt x="193" y="249"/>
                  </a:cubicBezTo>
                  <a:cubicBezTo>
                    <a:pt x="190" y="249"/>
                    <a:pt x="187" y="247"/>
                    <a:pt x="185" y="244"/>
                  </a:cubicBezTo>
                  <a:cubicBezTo>
                    <a:pt x="183" y="240"/>
                    <a:pt x="182" y="234"/>
                    <a:pt x="182" y="226"/>
                  </a:cubicBezTo>
                  <a:cubicBezTo>
                    <a:pt x="182" y="222"/>
                    <a:pt x="182" y="218"/>
                    <a:pt x="183" y="215"/>
                  </a:cubicBezTo>
                  <a:cubicBezTo>
                    <a:pt x="183" y="212"/>
                    <a:pt x="184" y="210"/>
                    <a:pt x="185" y="208"/>
                  </a:cubicBezTo>
                  <a:cubicBezTo>
                    <a:pt x="186" y="206"/>
                    <a:pt x="187" y="204"/>
                    <a:pt x="188" y="203"/>
                  </a:cubicBezTo>
                  <a:cubicBezTo>
                    <a:pt x="190" y="203"/>
                    <a:pt x="191" y="202"/>
                    <a:pt x="193" y="202"/>
                  </a:cubicBezTo>
                  <a:cubicBezTo>
                    <a:pt x="331" y="202"/>
                    <a:pt x="331" y="202"/>
                    <a:pt x="331" y="202"/>
                  </a:cubicBezTo>
                  <a:cubicBezTo>
                    <a:pt x="333" y="202"/>
                    <a:pt x="336" y="203"/>
                    <a:pt x="338" y="203"/>
                  </a:cubicBezTo>
                  <a:cubicBezTo>
                    <a:pt x="341" y="204"/>
                    <a:pt x="343" y="206"/>
                    <a:pt x="345" y="207"/>
                  </a:cubicBezTo>
                  <a:cubicBezTo>
                    <a:pt x="347" y="209"/>
                    <a:pt x="349" y="212"/>
                    <a:pt x="350" y="215"/>
                  </a:cubicBezTo>
                  <a:cubicBezTo>
                    <a:pt x="351" y="218"/>
                    <a:pt x="351" y="222"/>
                    <a:pt x="351" y="226"/>
                  </a:cubicBezTo>
                  <a:cubicBezTo>
                    <a:pt x="351" y="391"/>
                    <a:pt x="351" y="391"/>
                    <a:pt x="351" y="391"/>
                  </a:cubicBezTo>
                  <a:cubicBezTo>
                    <a:pt x="351" y="396"/>
                    <a:pt x="350" y="401"/>
                    <a:pt x="348" y="406"/>
                  </a:cubicBezTo>
                  <a:cubicBezTo>
                    <a:pt x="346" y="410"/>
                    <a:pt x="342" y="414"/>
                    <a:pt x="336" y="417"/>
                  </a:cubicBezTo>
                  <a:cubicBezTo>
                    <a:pt x="329" y="420"/>
                    <a:pt x="321" y="424"/>
                    <a:pt x="310" y="427"/>
                  </a:cubicBezTo>
                  <a:cubicBezTo>
                    <a:pt x="300" y="431"/>
                    <a:pt x="290" y="434"/>
                    <a:pt x="279" y="437"/>
                  </a:cubicBezTo>
                  <a:cubicBezTo>
                    <a:pt x="268" y="440"/>
                    <a:pt x="257" y="442"/>
                    <a:pt x="246" y="443"/>
                  </a:cubicBezTo>
                  <a:cubicBezTo>
                    <a:pt x="234" y="444"/>
                    <a:pt x="223" y="445"/>
                    <a:pt x="212" y="445"/>
                  </a:cubicBezTo>
                  <a:cubicBezTo>
                    <a:pt x="179" y="445"/>
                    <a:pt x="149" y="440"/>
                    <a:pt x="123" y="430"/>
                  </a:cubicBezTo>
                  <a:cubicBezTo>
                    <a:pt x="96" y="419"/>
                    <a:pt x="74" y="404"/>
                    <a:pt x="56" y="385"/>
                  </a:cubicBezTo>
                  <a:cubicBezTo>
                    <a:pt x="38" y="366"/>
                    <a:pt x="24" y="343"/>
                    <a:pt x="14" y="316"/>
                  </a:cubicBezTo>
                  <a:cubicBezTo>
                    <a:pt x="5" y="289"/>
                    <a:pt x="0" y="260"/>
                    <a:pt x="0" y="227"/>
                  </a:cubicBezTo>
                  <a:cubicBezTo>
                    <a:pt x="0" y="192"/>
                    <a:pt x="5" y="161"/>
                    <a:pt x="15" y="133"/>
                  </a:cubicBezTo>
                  <a:cubicBezTo>
                    <a:pt x="26" y="105"/>
                    <a:pt x="40" y="82"/>
                    <a:pt x="59" y="62"/>
                  </a:cubicBezTo>
                  <a:cubicBezTo>
                    <a:pt x="78" y="42"/>
                    <a:pt x="101" y="27"/>
                    <a:pt x="127" y="16"/>
                  </a:cubicBezTo>
                  <a:cubicBezTo>
                    <a:pt x="154" y="5"/>
                    <a:pt x="183" y="0"/>
                    <a:pt x="215" y="0"/>
                  </a:cubicBezTo>
                  <a:cubicBezTo>
                    <a:pt x="232" y="0"/>
                    <a:pt x="247" y="1"/>
                    <a:pt x="262" y="4"/>
                  </a:cubicBezTo>
                  <a:cubicBezTo>
                    <a:pt x="276" y="7"/>
                    <a:pt x="289" y="11"/>
                    <a:pt x="300" y="15"/>
                  </a:cubicBezTo>
                  <a:cubicBezTo>
                    <a:pt x="312" y="18"/>
                    <a:pt x="321" y="23"/>
                    <a:pt x="329" y="27"/>
                  </a:cubicBezTo>
                  <a:cubicBezTo>
                    <a:pt x="336" y="32"/>
                    <a:pt x="342" y="36"/>
                    <a:pt x="345" y="38"/>
                  </a:cubicBezTo>
                  <a:cubicBezTo>
                    <a:pt x="348" y="41"/>
                    <a:pt x="350" y="45"/>
                    <a:pt x="351" y="48"/>
                  </a:cubicBezTo>
                  <a:cubicBezTo>
                    <a:pt x="352" y="52"/>
                    <a:pt x="352" y="58"/>
                    <a:pt x="352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" name="Freeform 157"/>
            <p:cNvSpPr>
              <a:spLocks noEditPoints="1"/>
            </p:cNvSpPr>
            <p:nvPr userDrawn="1"/>
          </p:nvSpPr>
          <p:spPr bwMode="auto">
            <a:xfrm>
              <a:off x="1324276" y="4641336"/>
              <a:ext cx="117475" cy="177403"/>
            </a:xfrm>
            <a:custGeom>
              <a:avLst/>
              <a:gdLst>
                <a:gd name="T0" fmla="*/ 288 w 288"/>
                <a:gd name="T1" fmla="*/ 424 h 435"/>
                <a:gd name="T2" fmla="*/ 287 w 288"/>
                <a:gd name="T3" fmla="*/ 429 h 435"/>
                <a:gd name="T4" fmla="*/ 283 w 288"/>
                <a:gd name="T5" fmla="*/ 432 h 435"/>
                <a:gd name="T6" fmla="*/ 274 w 288"/>
                <a:gd name="T7" fmla="*/ 434 h 435"/>
                <a:gd name="T8" fmla="*/ 258 w 288"/>
                <a:gd name="T9" fmla="*/ 435 h 435"/>
                <a:gd name="T10" fmla="*/ 243 w 288"/>
                <a:gd name="T11" fmla="*/ 434 h 435"/>
                <a:gd name="T12" fmla="*/ 235 w 288"/>
                <a:gd name="T13" fmla="*/ 432 h 435"/>
                <a:gd name="T14" fmla="*/ 229 w 288"/>
                <a:gd name="T15" fmla="*/ 428 h 435"/>
                <a:gd name="T16" fmla="*/ 226 w 288"/>
                <a:gd name="T17" fmla="*/ 421 h 435"/>
                <a:gd name="T18" fmla="*/ 186 w 288"/>
                <a:gd name="T19" fmla="*/ 319 h 435"/>
                <a:gd name="T20" fmla="*/ 172 w 288"/>
                <a:gd name="T21" fmla="*/ 287 h 435"/>
                <a:gd name="T22" fmla="*/ 154 w 288"/>
                <a:gd name="T23" fmla="*/ 262 h 435"/>
                <a:gd name="T24" fmla="*/ 129 w 288"/>
                <a:gd name="T25" fmla="*/ 246 h 435"/>
                <a:gd name="T26" fmla="*/ 96 w 288"/>
                <a:gd name="T27" fmla="*/ 240 h 435"/>
                <a:gd name="T28" fmla="*/ 57 w 288"/>
                <a:gd name="T29" fmla="*/ 240 h 435"/>
                <a:gd name="T30" fmla="*/ 57 w 288"/>
                <a:gd name="T31" fmla="*/ 424 h 435"/>
                <a:gd name="T32" fmla="*/ 56 w 288"/>
                <a:gd name="T33" fmla="*/ 429 h 435"/>
                <a:gd name="T34" fmla="*/ 51 w 288"/>
                <a:gd name="T35" fmla="*/ 432 h 435"/>
                <a:gd name="T36" fmla="*/ 42 w 288"/>
                <a:gd name="T37" fmla="*/ 434 h 435"/>
                <a:gd name="T38" fmla="*/ 28 w 288"/>
                <a:gd name="T39" fmla="*/ 435 h 435"/>
                <a:gd name="T40" fmla="*/ 14 w 288"/>
                <a:gd name="T41" fmla="*/ 434 h 435"/>
                <a:gd name="T42" fmla="*/ 6 w 288"/>
                <a:gd name="T43" fmla="*/ 432 h 435"/>
                <a:gd name="T44" fmla="*/ 1 w 288"/>
                <a:gd name="T45" fmla="*/ 429 h 435"/>
                <a:gd name="T46" fmla="*/ 0 w 288"/>
                <a:gd name="T47" fmla="*/ 424 h 435"/>
                <a:gd name="T48" fmla="*/ 0 w 288"/>
                <a:gd name="T49" fmla="*/ 23 h 435"/>
                <a:gd name="T50" fmla="*/ 6 w 288"/>
                <a:gd name="T51" fmla="*/ 5 h 435"/>
                <a:gd name="T52" fmla="*/ 21 w 288"/>
                <a:gd name="T53" fmla="*/ 0 h 435"/>
                <a:gd name="T54" fmla="*/ 113 w 288"/>
                <a:gd name="T55" fmla="*/ 0 h 435"/>
                <a:gd name="T56" fmla="*/ 140 w 288"/>
                <a:gd name="T57" fmla="*/ 1 h 435"/>
                <a:gd name="T58" fmla="*/ 160 w 288"/>
                <a:gd name="T59" fmla="*/ 2 h 435"/>
                <a:gd name="T60" fmla="*/ 204 w 288"/>
                <a:gd name="T61" fmla="*/ 16 h 435"/>
                <a:gd name="T62" fmla="*/ 237 w 288"/>
                <a:gd name="T63" fmla="*/ 40 h 435"/>
                <a:gd name="T64" fmla="*/ 256 w 288"/>
                <a:gd name="T65" fmla="*/ 73 h 435"/>
                <a:gd name="T66" fmla="*/ 263 w 288"/>
                <a:gd name="T67" fmla="*/ 114 h 435"/>
                <a:gd name="T68" fmla="*/ 257 w 288"/>
                <a:gd name="T69" fmla="*/ 153 h 435"/>
                <a:gd name="T70" fmla="*/ 240 w 288"/>
                <a:gd name="T71" fmla="*/ 183 h 435"/>
                <a:gd name="T72" fmla="*/ 213 w 288"/>
                <a:gd name="T73" fmla="*/ 206 h 435"/>
                <a:gd name="T74" fmla="*/ 179 w 288"/>
                <a:gd name="T75" fmla="*/ 223 h 435"/>
                <a:gd name="T76" fmla="*/ 198 w 288"/>
                <a:gd name="T77" fmla="*/ 234 h 435"/>
                <a:gd name="T78" fmla="*/ 215 w 288"/>
                <a:gd name="T79" fmla="*/ 252 h 435"/>
                <a:gd name="T80" fmla="*/ 229 w 288"/>
                <a:gd name="T81" fmla="*/ 275 h 435"/>
                <a:gd name="T82" fmla="*/ 242 w 288"/>
                <a:gd name="T83" fmla="*/ 304 h 435"/>
                <a:gd name="T84" fmla="*/ 281 w 288"/>
                <a:gd name="T85" fmla="*/ 400 h 435"/>
                <a:gd name="T86" fmla="*/ 287 w 288"/>
                <a:gd name="T87" fmla="*/ 417 h 435"/>
                <a:gd name="T88" fmla="*/ 288 w 288"/>
                <a:gd name="T89" fmla="*/ 424 h 435"/>
                <a:gd name="T90" fmla="*/ 202 w 288"/>
                <a:gd name="T91" fmla="*/ 120 h 435"/>
                <a:gd name="T92" fmla="*/ 190 w 288"/>
                <a:gd name="T93" fmla="*/ 77 h 435"/>
                <a:gd name="T94" fmla="*/ 152 w 288"/>
                <a:gd name="T95" fmla="*/ 52 h 435"/>
                <a:gd name="T96" fmla="*/ 133 w 288"/>
                <a:gd name="T97" fmla="*/ 48 h 435"/>
                <a:gd name="T98" fmla="*/ 106 w 288"/>
                <a:gd name="T99" fmla="*/ 47 h 435"/>
                <a:gd name="T100" fmla="*/ 57 w 288"/>
                <a:gd name="T101" fmla="*/ 47 h 435"/>
                <a:gd name="T102" fmla="*/ 57 w 288"/>
                <a:gd name="T103" fmla="*/ 193 h 435"/>
                <a:gd name="T104" fmla="*/ 113 w 288"/>
                <a:gd name="T105" fmla="*/ 193 h 435"/>
                <a:gd name="T106" fmla="*/ 153 w 288"/>
                <a:gd name="T107" fmla="*/ 188 h 435"/>
                <a:gd name="T108" fmla="*/ 180 w 288"/>
                <a:gd name="T109" fmla="*/ 172 h 435"/>
                <a:gd name="T110" fmla="*/ 197 w 288"/>
                <a:gd name="T111" fmla="*/ 149 h 435"/>
                <a:gd name="T112" fmla="*/ 202 w 288"/>
                <a:gd name="T113" fmla="*/ 120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8" h="435">
                  <a:moveTo>
                    <a:pt x="288" y="424"/>
                  </a:moveTo>
                  <a:cubicBezTo>
                    <a:pt x="288" y="426"/>
                    <a:pt x="288" y="427"/>
                    <a:pt x="287" y="429"/>
                  </a:cubicBezTo>
                  <a:cubicBezTo>
                    <a:pt x="287" y="430"/>
                    <a:pt x="285" y="431"/>
                    <a:pt x="283" y="432"/>
                  </a:cubicBezTo>
                  <a:cubicBezTo>
                    <a:pt x="281" y="433"/>
                    <a:pt x="278" y="434"/>
                    <a:pt x="274" y="434"/>
                  </a:cubicBezTo>
                  <a:cubicBezTo>
                    <a:pt x="270" y="435"/>
                    <a:pt x="264" y="435"/>
                    <a:pt x="258" y="435"/>
                  </a:cubicBezTo>
                  <a:cubicBezTo>
                    <a:pt x="252" y="435"/>
                    <a:pt x="247" y="435"/>
                    <a:pt x="243" y="434"/>
                  </a:cubicBezTo>
                  <a:cubicBezTo>
                    <a:pt x="240" y="434"/>
                    <a:pt x="237" y="433"/>
                    <a:pt x="235" y="432"/>
                  </a:cubicBezTo>
                  <a:cubicBezTo>
                    <a:pt x="232" y="431"/>
                    <a:pt x="231" y="430"/>
                    <a:pt x="229" y="428"/>
                  </a:cubicBezTo>
                  <a:cubicBezTo>
                    <a:pt x="228" y="426"/>
                    <a:pt x="227" y="424"/>
                    <a:pt x="226" y="421"/>
                  </a:cubicBezTo>
                  <a:cubicBezTo>
                    <a:pt x="186" y="319"/>
                    <a:pt x="186" y="319"/>
                    <a:pt x="186" y="319"/>
                  </a:cubicBezTo>
                  <a:cubicBezTo>
                    <a:pt x="182" y="307"/>
                    <a:pt x="177" y="297"/>
                    <a:pt x="172" y="287"/>
                  </a:cubicBezTo>
                  <a:cubicBezTo>
                    <a:pt x="167" y="277"/>
                    <a:pt x="161" y="269"/>
                    <a:pt x="154" y="262"/>
                  </a:cubicBezTo>
                  <a:cubicBezTo>
                    <a:pt x="147" y="255"/>
                    <a:pt x="139" y="249"/>
                    <a:pt x="129" y="246"/>
                  </a:cubicBezTo>
                  <a:cubicBezTo>
                    <a:pt x="120" y="242"/>
                    <a:pt x="109" y="240"/>
                    <a:pt x="96" y="240"/>
                  </a:cubicBezTo>
                  <a:cubicBezTo>
                    <a:pt x="57" y="240"/>
                    <a:pt x="57" y="240"/>
                    <a:pt x="57" y="240"/>
                  </a:cubicBezTo>
                  <a:cubicBezTo>
                    <a:pt x="57" y="424"/>
                    <a:pt x="57" y="424"/>
                    <a:pt x="57" y="424"/>
                  </a:cubicBezTo>
                  <a:cubicBezTo>
                    <a:pt x="57" y="426"/>
                    <a:pt x="57" y="427"/>
                    <a:pt x="56" y="429"/>
                  </a:cubicBezTo>
                  <a:cubicBezTo>
                    <a:pt x="55" y="430"/>
                    <a:pt x="53" y="431"/>
                    <a:pt x="51" y="432"/>
                  </a:cubicBezTo>
                  <a:cubicBezTo>
                    <a:pt x="49" y="433"/>
                    <a:pt x="46" y="433"/>
                    <a:pt x="42" y="434"/>
                  </a:cubicBezTo>
                  <a:cubicBezTo>
                    <a:pt x="39" y="434"/>
                    <a:pt x="34" y="435"/>
                    <a:pt x="28" y="435"/>
                  </a:cubicBezTo>
                  <a:cubicBezTo>
                    <a:pt x="23" y="435"/>
                    <a:pt x="18" y="434"/>
                    <a:pt x="14" y="434"/>
                  </a:cubicBezTo>
                  <a:cubicBezTo>
                    <a:pt x="11" y="433"/>
                    <a:pt x="8" y="433"/>
                    <a:pt x="6" y="432"/>
                  </a:cubicBezTo>
                  <a:cubicBezTo>
                    <a:pt x="3" y="431"/>
                    <a:pt x="2" y="430"/>
                    <a:pt x="1" y="429"/>
                  </a:cubicBezTo>
                  <a:cubicBezTo>
                    <a:pt x="0" y="427"/>
                    <a:pt x="0" y="426"/>
                    <a:pt x="0" y="424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4"/>
                    <a:pt x="2" y="8"/>
                    <a:pt x="6" y="5"/>
                  </a:cubicBezTo>
                  <a:cubicBezTo>
                    <a:pt x="11" y="1"/>
                    <a:pt x="16" y="0"/>
                    <a:pt x="21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24" y="0"/>
                    <a:pt x="133" y="0"/>
                    <a:pt x="140" y="1"/>
                  </a:cubicBezTo>
                  <a:cubicBezTo>
                    <a:pt x="148" y="1"/>
                    <a:pt x="154" y="2"/>
                    <a:pt x="160" y="2"/>
                  </a:cubicBezTo>
                  <a:cubicBezTo>
                    <a:pt x="177" y="5"/>
                    <a:pt x="191" y="10"/>
                    <a:pt x="204" y="16"/>
                  </a:cubicBezTo>
                  <a:cubicBezTo>
                    <a:pt x="217" y="22"/>
                    <a:pt x="228" y="30"/>
                    <a:pt x="237" y="40"/>
                  </a:cubicBezTo>
                  <a:cubicBezTo>
                    <a:pt x="245" y="49"/>
                    <a:pt x="252" y="60"/>
                    <a:pt x="256" y="73"/>
                  </a:cubicBezTo>
                  <a:cubicBezTo>
                    <a:pt x="260" y="85"/>
                    <a:pt x="263" y="99"/>
                    <a:pt x="263" y="114"/>
                  </a:cubicBezTo>
                  <a:cubicBezTo>
                    <a:pt x="263" y="128"/>
                    <a:pt x="261" y="141"/>
                    <a:pt x="257" y="153"/>
                  </a:cubicBezTo>
                  <a:cubicBezTo>
                    <a:pt x="253" y="164"/>
                    <a:pt x="247" y="174"/>
                    <a:pt x="240" y="183"/>
                  </a:cubicBezTo>
                  <a:cubicBezTo>
                    <a:pt x="233" y="192"/>
                    <a:pt x="224" y="200"/>
                    <a:pt x="213" y="206"/>
                  </a:cubicBezTo>
                  <a:cubicBezTo>
                    <a:pt x="203" y="213"/>
                    <a:pt x="192" y="218"/>
                    <a:pt x="179" y="223"/>
                  </a:cubicBezTo>
                  <a:cubicBezTo>
                    <a:pt x="186" y="226"/>
                    <a:pt x="193" y="230"/>
                    <a:pt x="198" y="234"/>
                  </a:cubicBezTo>
                  <a:cubicBezTo>
                    <a:pt x="204" y="239"/>
                    <a:pt x="210" y="245"/>
                    <a:pt x="215" y="252"/>
                  </a:cubicBezTo>
                  <a:cubicBezTo>
                    <a:pt x="220" y="258"/>
                    <a:pt x="224" y="266"/>
                    <a:pt x="229" y="275"/>
                  </a:cubicBezTo>
                  <a:cubicBezTo>
                    <a:pt x="233" y="283"/>
                    <a:pt x="238" y="293"/>
                    <a:pt x="242" y="304"/>
                  </a:cubicBezTo>
                  <a:cubicBezTo>
                    <a:pt x="281" y="400"/>
                    <a:pt x="281" y="400"/>
                    <a:pt x="281" y="400"/>
                  </a:cubicBezTo>
                  <a:cubicBezTo>
                    <a:pt x="284" y="408"/>
                    <a:pt x="286" y="413"/>
                    <a:pt x="287" y="417"/>
                  </a:cubicBezTo>
                  <a:cubicBezTo>
                    <a:pt x="288" y="420"/>
                    <a:pt x="288" y="422"/>
                    <a:pt x="288" y="424"/>
                  </a:cubicBezTo>
                  <a:close/>
                  <a:moveTo>
                    <a:pt x="202" y="120"/>
                  </a:moveTo>
                  <a:cubicBezTo>
                    <a:pt x="202" y="103"/>
                    <a:pt x="198" y="89"/>
                    <a:pt x="190" y="77"/>
                  </a:cubicBezTo>
                  <a:cubicBezTo>
                    <a:pt x="183" y="65"/>
                    <a:pt x="170" y="57"/>
                    <a:pt x="152" y="52"/>
                  </a:cubicBezTo>
                  <a:cubicBezTo>
                    <a:pt x="147" y="50"/>
                    <a:pt x="140" y="49"/>
                    <a:pt x="133" y="48"/>
                  </a:cubicBezTo>
                  <a:cubicBezTo>
                    <a:pt x="126" y="48"/>
                    <a:pt x="117" y="47"/>
                    <a:pt x="106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193"/>
                    <a:pt x="57" y="193"/>
                    <a:pt x="57" y="193"/>
                  </a:cubicBezTo>
                  <a:cubicBezTo>
                    <a:pt x="113" y="193"/>
                    <a:pt x="113" y="193"/>
                    <a:pt x="113" y="193"/>
                  </a:cubicBezTo>
                  <a:cubicBezTo>
                    <a:pt x="129" y="193"/>
                    <a:pt x="142" y="191"/>
                    <a:pt x="153" y="188"/>
                  </a:cubicBezTo>
                  <a:cubicBezTo>
                    <a:pt x="164" y="184"/>
                    <a:pt x="173" y="179"/>
                    <a:pt x="180" y="172"/>
                  </a:cubicBezTo>
                  <a:cubicBezTo>
                    <a:pt x="188" y="166"/>
                    <a:pt x="193" y="158"/>
                    <a:pt x="197" y="149"/>
                  </a:cubicBezTo>
                  <a:cubicBezTo>
                    <a:pt x="200" y="140"/>
                    <a:pt x="202" y="130"/>
                    <a:pt x="202" y="1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" name="Freeform 182"/>
            <p:cNvSpPr>
              <a:spLocks noChangeAspect="1" noEditPoints="1"/>
            </p:cNvSpPr>
            <p:nvPr userDrawn="1"/>
          </p:nvSpPr>
          <p:spPr bwMode="auto">
            <a:xfrm>
              <a:off x="2010879" y="5947054"/>
              <a:ext cx="119438" cy="177800"/>
            </a:xfrm>
            <a:custGeom>
              <a:avLst/>
              <a:gdLst>
                <a:gd name="T0" fmla="*/ 71 w 71"/>
                <a:gd name="T1" fmla="*/ 32 h 108"/>
                <a:gd name="T2" fmla="*/ 68 w 71"/>
                <a:gd name="T3" fmla="*/ 46 h 108"/>
                <a:gd name="T4" fmla="*/ 61 w 71"/>
                <a:gd name="T5" fmla="*/ 57 h 108"/>
                <a:gd name="T6" fmla="*/ 48 w 71"/>
                <a:gd name="T7" fmla="*/ 65 h 108"/>
                <a:gd name="T8" fmla="*/ 29 w 71"/>
                <a:gd name="T9" fmla="*/ 68 h 108"/>
                <a:gd name="T10" fmla="*/ 14 w 71"/>
                <a:gd name="T11" fmla="*/ 68 h 108"/>
                <a:gd name="T12" fmla="*/ 14 w 71"/>
                <a:gd name="T13" fmla="*/ 108 h 108"/>
                <a:gd name="T14" fmla="*/ 0 w 71"/>
                <a:gd name="T15" fmla="*/ 108 h 108"/>
                <a:gd name="T16" fmla="*/ 0 w 71"/>
                <a:gd name="T17" fmla="*/ 0 h 108"/>
                <a:gd name="T18" fmla="*/ 29 w 71"/>
                <a:gd name="T19" fmla="*/ 0 h 108"/>
                <a:gd name="T20" fmla="*/ 46 w 71"/>
                <a:gd name="T21" fmla="*/ 1 h 108"/>
                <a:gd name="T22" fmla="*/ 58 w 71"/>
                <a:gd name="T23" fmla="*/ 6 h 108"/>
                <a:gd name="T24" fmla="*/ 67 w 71"/>
                <a:gd name="T25" fmla="*/ 17 h 108"/>
                <a:gd name="T26" fmla="*/ 71 w 71"/>
                <a:gd name="T27" fmla="*/ 32 h 108"/>
                <a:gd name="T28" fmla="*/ 56 w 71"/>
                <a:gd name="T29" fmla="*/ 33 h 108"/>
                <a:gd name="T30" fmla="*/ 54 w 71"/>
                <a:gd name="T31" fmla="*/ 23 h 108"/>
                <a:gd name="T32" fmla="*/ 48 w 71"/>
                <a:gd name="T33" fmla="*/ 16 h 108"/>
                <a:gd name="T34" fmla="*/ 40 w 71"/>
                <a:gd name="T35" fmla="*/ 13 h 108"/>
                <a:gd name="T36" fmla="*/ 28 w 71"/>
                <a:gd name="T37" fmla="*/ 12 h 108"/>
                <a:gd name="T38" fmla="*/ 14 w 71"/>
                <a:gd name="T39" fmla="*/ 12 h 108"/>
                <a:gd name="T40" fmla="*/ 14 w 71"/>
                <a:gd name="T41" fmla="*/ 56 h 108"/>
                <a:gd name="T42" fmla="*/ 26 w 71"/>
                <a:gd name="T43" fmla="*/ 56 h 108"/>
                <a:gd name="T44" fmla="*/ 41 w 71"/>
                <a:gd name="T45" fmla="*/ 54 h 108"/>
                <a:gd name="T46" fmla="*/ 49 w 71"/>
                <a:gd name="T47" fmla="*/ 49 h 108"/>
                <a:gd name="T48" fmla="*/ 54 w 71"/>
                <a:gd name="T49" fmla="*/ 42 h 108"/>
                <a:gd name="T50" fmla="*/ 56 w 71"/>
                <a:gd name="T51" fmla="*/ 3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1" h="108">
                  <a:moveTo>
                    <a:pt x="71" y="32"/>
                  </a:moveTo>
                  <a:cubicBezTo>
                    <a:pt x="71" y="37"/>
                    <a:pt x="70" y="42"/>
                    <a:pt x="68" y="46"/>
                  </a:cubicBezTo>
                  <a:cubicBezTo>
                    <a:pt x="67" y="50"/>
                    <a:pt x="64" y="54"/>
                    <a:pt x="61" y="57"/>
                  </a:cubicBezTo>
                  <a:cubicBezTo>
                    <a:pt x="57" y="60"/>
                    <a:pt x="53" y="63"/>
                    <a:pt x="48" y="65"/>
                  </a:cubicBezTo>
                  <a:cubicBezTo>
                    <a:pt x="43" y="67"/>
                    <a:pt x="36" y="68"/>
                    <a:pt x="29" y="68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14" y="108"/>
                    <a:pt x="14" y="108"/>
                    <a:pt x="14" y="108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36" y="0"/>
                    <a:pt x="41" y="0"/>
                    <a:pt x="46" y="1"/>
                  </a:cubicBezTo>
                  <a:cubicBezTo>
                    <a:pt x="50" y="2"/>
                    <a:pt x="54" y="4"/>
                    <a:pt x="58" y="6"/>
                  </a:cubicBezTo>
                  <a:cubicBezTo>
                    <a:pt x="62" y="9"/>
                    <a:pt x="65" y="13"/>
                    <a:pt x="67" y="17"/>
                  </a:cubicBezTo>
                  <a:cubicBezTo>
                    <a:pt x="70" y="21"/>
                    <a:pt x="71" y="26"/>
                    <a:pt x="71" y="32"/>
                  </a:cubicBezTo>
                  <a:close/>
                  <a:moveTo>
                    <a:pt x="56" y="33"/>
                  </a:moveTo>
                  <a:cubicBezTo>
                    <a:pt x="56" y="29"/>
                    <a:pt x="55" y="26"/>
                    <a:pt x="54" y="23"/>
                  </a:cubicBezTo>
                  <a:cubicBezTo>
                    <a:pt x="52" y="20"/>
                    <a:pt x="50" y="18"/>
                    <a:pt x="48" y="16"/>
                  </a:cubicBezTo>
                  <a:cubicBezTo>
                    <a:pt x="45" y="15"/>
                    <a:pt x="43" y="14"/>
                    <a:pt x="40" y="13"/>
                  </a:cubicBezTo>
                  <a:cubicBezTo>
                    <a:pt x="37" y="12"/>
                    <a:pt x="33" y="12"/>
                    <a:pt x="28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26" y="56"/>
                    <a:pt x="26" y="56"/>
                    <a:pt x="26" y="56"/>
                  </a:cubicBezTo>
                  <a:cubicBezTo>
                    <a:pt x="32" y="56"/>
                    <a:pt x="37" y="55"/>
                    <a:pt x="41" y="54"/>
                  </a:cubicBezTo>
                  <a:cubicBezTo>
                    <a:pt x="44" y="53"/>
                    <a:pt x="47" y="51"/>
                    <a:pt x="49" y="49"/>
                  </a:cubicBezTo>
                  <a:cubicBezTo>
                    <a:pt x="52" y="47"/>
                    <a:pt x="53" y="44"/>
                    <a:pt x="54" y="42"/>
                  </a:cubicBezTo>
                  <a:cubicBezTo>
                    <a:pt x="55" y="39"/>
                    <a:pt x="56" y="36"/>
                    <a:pt x="56" y="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78771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0" r:id="rId3"/>
  </p:sldLayoutIdLst>
  <p:hf sldNum="0" hdr="0"/>
  <p:txStyles>
    <p:titleStyle>
      <a:lvl1pPr algn="l" defTabSz="914446" rtl="0" eaLnBrk="1" latinLnBrk="0" hangingPunct="1">
        <a:lnSpc>
          <a:spcPct val="100000"/>
        </a:lnSpc>
        <a:spcBef>
          <a:spcPct val="0"/>
        </a:spcBef>
        <a:buNone/>
        <a:defRPr lang="en-US" sz="2000" b="1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46" rtl="0" eaLnBrk="1" latinLnBrk="0" hangingPunct="1">
        <a:lnSpc>
          <a:spcPct val="100000"/>
        </a:lnSpc>
        <a:spcBef>
          <a:spcPts val="0"/>
        </a:spcBef>
        <a:buClr>
          <a:schemeClr val="accent4"/>
        </a:buClr>
        <a:buFont typeface="Wingdings" panose="05000000000000000000" pitchFamily="2" charset="2"/>
        <a:buNone/>
        <a:defRPr lang="ru-RU" sz="1401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144006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>
            <a:lumMod val="75000"/>
          </a:schemeClr>
        </a:buClr>
        <a:buFont typeface="Wingdings" panose="05000000000000000000" pitchFamily="2" charset="2"/>
        <a:buChar char="§"/>
        <a:defRPr lang="ru-RU" sz="1401" kern="1200" baseline="0" smtClean="0">
          <a:solidFill>
            <a:schemeClr val="tx1"/>
          </a:solidFill>
          <a:latin typeface="+mn-lt"/>
          <a:ea typeface="+mn-ea"/>
          <a:cs typeface="+mn-cs"/>
        </a:defRPr>
      </a:lvl2pPr>
      <a:lvl3pPr marL="288015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>
            <a:lumMod val="75000"/>
          </a:schemeClr>
        </a:buClr>
        <a:buFont typeface="Arial" panose="020B0604020202020204" pitchFamily="34" charset="0"/>
        <a:buChar char="−"/>
        <a:defRPr lang="ru-RU" sz="1401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432022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>
            <a:lumMod val="75000"/>
          </a:schemeClr>
        </a:buClr>
        <a:buFont typeface="Arial" panose="020B0604020202020204" pitchFamily="34" charset="0"/>
        <a:buChar char="▫"/>
        <a:defRPr lang="ru-RU" sz="1401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576029" indent="-144006" algn="l" defTabSz="914446" rtl="0" eaLnBrk="1" latinLnBrk="0" hangingPunct="1">
        <a:lnSpc>
          <a:spcPct val="100000"/>
        </a:lnSpc>
        <a:spcBef>
          <a:spcPts val="0"/>
        </a:spcBef>
        <a:buClr>
          <a:schemeClr val="accent5">
            <a:lumMod val="75000"/>
          </a:schemeClr>
        </a:buClr>
        <a:buFont typeface="Arial" panose="020B0604020202020204" pitchFamily="34" charset="0"/>
        <a:buChar char="-"/>
        <a:defRPr lang="en-US" sz="1401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211">
          <p15:clr>
            <a:srgbClr val="F26B43"/>
          </p15:clr>
        </p15:guide>
        <p15:guide id="7" pos="7469">
          <p15:clr>
            <a:srgbClr val="F26B43"/>
          </p15:clr>
        </p15:guide>
        <p15:guide id="8" orient="horz" pos="754">
          <p15:clr>
            <a:srgbClr val="F26B43"/>
          </p15:clr>
        </p15:guide>
        <p15:guide id="9" orient="horz" pos="392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1E59F-8F49-CC0A-A29A-511753AFB3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Дерево вопросов – экономия денег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09EFF-CFFB-7161-433E-CB10E601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7FE224B-6D7C-3DBF-A1A4-8FEE8DFCF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550" y="6312181"/>
            <a:ext cx="13791266" cy="13849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EE91D-C3D7-14FA-84E1-7674558BA7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dirty="0"/>
              <a:t>Источник</a:t>
            </a:r>
            <a:r>
              <a:rPr lang="en-US" dirty="0"/>
              <a:t>:</a:t>
            </a:r>
            <a:r>
              <a:rPr lang="ru-RU" dirty="0"/>
              <a:t> анализ рабочей группы</a:t>
            </a:r>
            <a:endParaRPr lang="en-US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FA2158BF-FC4E-4809-A0EC-91F655DF400C}"/>
              </a:ext>
            </a:extLst>
          </p:cNvPr>
          <p:cNvSpPr/>
          <p:nvPr/>
        </p:nvSpPr>
        <p:spPr>
          <a:xfrm>
            <a:off x="334963" y="3168020"/>
            <a:ext cx="2088000" cy="864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b="1" dirty="0">
                <a:solidFill>
                  <a:schemeClr val="tx1"/>
                </a:solidFill>
              </a:rPr>
              <a:t>Как я могу иметь больше денег к концу каждого месяца, не влезая в долги?</a:t>
            </a:r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73AD8A62-7E80-46A8-A503-40FFDA90307D}"/>
              </a:ext>
            </a:extLst>
          </p:cNvPr>
          <p:cNvSpPr/>
          <p:nvPr/>
        </p:nvSpPr>
        <p:spPr>
          <a:xfrm>
            <a:off x="2760842" y="2268813"/>
            <a:ext cx="1944000" cy="432000"/>
          </a:xfrm>
          <a:prstGeom prst="roundRect">
            <a:avLst/>
          </a:prstGeom>
          <a:solidFill>
            <a:srgbClr val="E4F8F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Увеличить доходы</a:t>
            </a:r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AF68F8FA-EE20-4D85-B9B0-03090E3A8CD5}"/>
              </a:ext>
            </a:extLst>
          </p:cNvPr>
          <p:cNvSpPr/>
          <p:nvPr/>
        </p:nvSpPr>
        <p:spPr>
          <a:xfrm>
            <a:off x="2760842" y="4660438"/>
            <a:ext cx="1944000" cy="432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Сократить расходы</a:t>
            </a:r>
          </a:p>
        </p:txBody>
      </p: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4FAA5C63-AFB6-43DF-A7FB-C552E607202C}"/>
              </a:ext>
            </a:extLst>
          </p:cNvPr>
          <p:cNvSpPr/>
          <p:nvPr/>
        </p:nvSpPr>
        <p:spPr>
          <a:xfrm>
            <a:off x="5039409" y="1928411"/>
            <a:ext cx="1944000" cy="432000"/>
          </a:xfrm>
          <a:prstGeom prst="roundRect">
            <a:avLst/>
          </a:prstGeom>
          <a:solidFill>
            <a:srgbClr val="E4F8F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Случайный выигрыш</a:t>
            </a:r>
          </a:p>
        </p:txBody>
      </p:sp>
      <p:sp>
        <p:nvSpPr>
          <p:cNvPr id="52" name="Прямоугольник: скругленные углы 51">
            <a:extLst>
              <a:ext uri="{FF2B5EF4-FFF2-40B4-BE49-F238E27FC236}">
                <a16:creationId xmlns:a16="http://schemas.microsoft.com/office/drawing/2014/main" id="{784678DE-5066-4EAB-8309-B16C691FD719}"/>
              </a:ext>
            </a:extLst>
          </p:cNvPr>
          <p:cNvSpPr/>
          <p:nvPr/>
        </p:nvSpPr>
        <p:spPr>
          <a:xfrm>
            <a:off x="5039409" y="2674791"/>
            <a:ext cx="1944000" cy="432000"/>
          </a:xfrm>
          <a:prstGeom prst="roundRect">
            <a:avLst/>
          </a:prstGeom>
          <a:solidFill>
            <a:srgbClr val="E4F8F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Прочие источники</a:t>
            </a:r>
          </a:p>
        </p:txBody>
      </p: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70831981-019F-4F9E-B975-0081411066B1}"/>
              </a:ext>
            </a:extLst>
          </p:cNvPr>
          <p:cNvSpPr/>
          <p:nvPr/>
        </p:nvSpPr>
        <p:spPr>
          <a:xfrm>
            <a:off x="5039409" y="3423987"/>
            <a:ext cx="1944000" cy="432000"/>
          </a:xfrm>
          <a:prstGeom prst="roundRect">
            <a:avLst/>
          </a:prstGeom>
          <a:solidFill>
            <a:srgbClr val="E4F8F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>
                <a:solidFill>
                  <a:schemeClr val="tx1"/>
                </a:solidFill>
              </a:rPr>
              <a:t>Заработок от работы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B9CBB6DC-1EBF-407B-9E06-BD98B3244CC1}"/>
              </a:ext>
            </a:extLst>
          </p:cNvPr>
          <p:cNvSpPr/>
          <p:nvPr/>
        </p:nvSpPr>
        <p:spPr>
          <a:xfrm>
            <a:off x="7317976" y="1555270"/>
            <a:ext cx="1944000" cy="432000"/>
          </a:xfrm>
          <a:prstGeom prst="roundRect">
            <a:avLst/>
          </a:prstGeom>
          <a:solidFill>
            <a:srgbClr val="E4F8F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>
                <a:solidFill>
                  <a:schemeClr val="tx1"/>
                </a:solidFill>
              </a:rPr>
              <a:t>Легально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C4A8D9F0-BF1F-4C5E-A3B3-F186985F69F3}"/>
              </a:ext>
            </a:extLst>
          </p:cNvPr>
          <p:cNvSpPr/>
          <p:nvPr/>
        </p:nvSpPr>
        <p:spPr>
          <a:xfrm>
            <a:off x="7317976" y="2092070"/>
            <a:ext cx="1944000" cy="432000"/>
          </a:xfrm>
          <a:prstGeom prst="roundRect">
            <a:avLst/>
          </a:prstGeom>
          <a:solidFill>
            <a:srgbClr val="E4F8F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>
                <a:solidFill>
                  <a:schemeClr val="tx1"/>
                </a:solidFill>
              </a:rPr>
              <a:t>Нелегально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2815238F-0522-4210-A1A6-5957E55FFFAC}"/>
              </a:ext>
            </a:extLst>
          </p:cNvPr>
          <p:cNvSpPr/>
          <p:nvPr/>
        </p:nvSpPr>
        <p:spPr>
          <a:xfrm>
            <a:off x="7317976" y="2775824"/>
            <a:ext cx="1944000" cy="432000"/>
          </a:xfrm>
          <a:prstGeom prst="roundRect">
            <a:avLst/>
          </a:prstGeom>
          <a:solidFill>
            <a:srgbClr val="E4F8F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>
                <a:solidFill>
                  <a:schemeClr val="tx1"/>
                </a:solidFill>
              </a:rPr>
              <a:t>Больше рабочих часов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A0A0ED0A-E26D-410C-89DC-1AAF8C2C2A72}"/>
              </a:ext>
            </a:extLst>
          </p:cNvPr>
          <p:cNvSpPr/>
          <p:nvPr/>
        </p:nvSpPr>
        <p:spPr>
          <a:xfrm>
            <a:off x="7319772" y="3312624"/>
            <a:ext cx="1944000" cy="432000"/>
          </a:xfrm>
          <a:prstGeom prst="roundRect">
            <a:avLst/>
          </a:prstGeom>
          <a:solidFill>
            <a:srgbClr val="E4F8F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>
                <a:solidFill>
                  <a:schemeClr val="tx1"/>
                </a:solidFill>
              </a:rPr>
              <a:t>Больше заработок за час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0F4E8CF3-2926-46A8-91EF-7F689DB313DA}"/>
              </a:ext>
            </a:extLst>
          </p:cNvPr>
          <p:cNvSpPr/>
          <p:nvPr/>
        </p:nvSpPr>
        <p:spPr>
          <a:xfrm>
            <a:off x="9599598" y="3801293"/>
            <a:ext cx="1944000" cy="432000"/>
          </a:xfrm>
          <a:prstGeom prst="roundRect">
            <a:avLst/>
          </a:prstGeom>
          <a:solidFill>
            <a:srgbClr val="E4F8F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Выше грейд</a:t>
            </a:r>
          </a:p>
        </p:txBody>
      </p:sp>
      <p:sp>
        <p:nvSpPr>
          <p:cNvPr id="60" name="Прямоугольник: скругленные углы 59">
            <a:extLst>
              <a:ext uri="{FF2B5EF4-FFF2-40B4-BE49-F238E27FC236}">
                <a16:creationId xmlns:a16="http://schemas.microsoft.com/office/drawing/2014/main" id="{40ABBFB4-F549-479D-A20A-EFC6F60A8A7F}"/>
              </a:ext>
            </a:extLst>
          </p:cNvPr>
          <p:cNvSpPr/>
          <p:nvPr/>
        </p:nvSpPr>
        <p:spPr>
          <a:xfrm>
            <a:off x="9603067" y="4335612"/>
            <a:ext cx="1944000" cy="557439"/>
          </a:xfrm>
          <a:prstGeom prst="roundRect">
            <a:avLst/>
          </a:prstGeom>
          <a:solidFill>
            <a:srgbClr val="E4F8F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Более высокооплачиваемая индустрия</a:t>
            </a:r>
          </a:p>
        </p:txBody>
      </p:sp>
      <p:sp>
        <p:nvSpPr>
          <p:cNvPr id="61" name="Прямоугольник: скругленные углы 60">
            <a:extLst>
              <a:ext uri="{FF2B5EF4-FFF2-40B4-BE49-F238E27FC236}">
                <a16:creationId xmlns:a16="http://schemas.microsoft.com/office/drawing/2014/main" id="{043D0537-ACC3-4265-92E3-ABEFF8E68FCB}"/>
              </a:ext>
            </a:extLst>
          </p:cNvPr>
          <p:cNvSpPr/>
          <p:nvPr/>
        </p:nvSpPr>
        <p:spPr>
          <a:xfrm>
            <a:off x="9599598" y="3244380"/>
            <a:ext cx="1944000" cy="432000"/>
          </a:xfrm>
          <a:prstGeom prst="roundRect">
            <a:avLst/>
          </a:prstGeom>
          <a:solidFill>
            <a:srgbClr val="E4F8F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>
                <a:solidFill>
                  <a:schemeClr val="tx1"/>
                </a:solidFill>
              </a:rPr>
              <a:t>Дополнительная работа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3" name="Прямоугольник: скругленные углы 62">
            <a:extLst>
              <a:ext uri="{FF2B5EF4-FFF2-40B4-BE49-F238E27FC236}">
                <a16:creationId xmlns:a16="http://schemas.microsoft.com/office/drawing/2014/main" id="{20D0DAE0-B963-4148-AFAD-0FFDAC4593A5}"/>
              </a:ext>
            </a:extLst>
          </p:cNvPr>
          <p:cNvSpPr/>
          <p:nvPr/>
        </p:nvSpPr>
        <p:spPr>
          <a:xfrm>
            <a:off x="9603067" y="2708183"/>
            <a:ext cx="1944000" cy="432000"/>
          </a:xfrm>
          <a:prstGeom prst="roundRect">
            <a:avLst/>
          </a:prstGeom>
          <a:solidFill>
            <a:srgbClr val="E4F8F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Сверхурочная работа, переработки на тек. месте</a:t>
            </a:r>
          </a:p>
        </p:txBody>
      </p:sp>
      <p:sp>
        <p:nvSpPr>
          <p:cNvPr id="64" name="Прямоугольник: скругленные углы 63">
            <a:extLst>
              <a:ext uri="{FF2B5EF4-FFF2-40B4-BE49-F238E27FC236}">
                <a16:creationId xmlns:a16="http://schemas.microsoft.com/office/drawing/2014/main" id="{5B784ECC-3625-4671-BE4D-FA310EC3BF43}"/>
              </a:ext>
            </a:extLst>
          </p:cNvPr>
          <p:cNvSpPr/>
          <p:nvPr/>
        </p:nvSpPr>
        <p:spPr>
          <a:xfrm>
            <a:off x="9599598" y="2092070"/>
            <a:ext cx="1944000" cy="432000"/>
          </a:xfrm>
          <a:prstGeom prst="roundRect">
            <a:avLst/>
          </a:prstGeom>
          <a:solidFill>
            <a:srgbClr val="E4F8F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Выиграть в лотерею</a:t>
            </a:r>
          </a:p>
        </p:txBody>
      </p:sp>
      <p:sp>
        <p:nvSpPr>
          <p:cNvPr id="66" name="Прямоугольник: скругленные углы 65">
            <a:extLst>
              <a:ext uri="{FF2B5EF4-FFF2-40B4-BE49-F238E27FC236}">
                <a16:creationId xmlns:a16="http://schemas.microsoft.com/office/drawing/2014/main" id="{C7C470D7-E581-486E-9206-64C516ECA519}"/>
              </a:ext>
            </a:extLst>
          </p:cNvPr>
          <p:cNvSpPr/>
          <p:nvPr/>
        </p:nvSpPr>
        <p:spPr>
          <a:xfrm>
            <a:off x="9603067" y="1555270"/>
            <a:ext cx="1944000" cy="432000"/>
          </a:xfrm>
          <a:prstGeom prst="roundRect">
            <a:avLst/>
          </a:prstGeom>
          <a:solidFill>
            <a:srgbClr val="E4F8F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Получить в наследство</a:t>
            </a:r>
          </a:p>
        </p:txBody>
      </p:sp>
      <p:sp>
        <p:nvSpPr>
          <p:cNvPr id="67" name="Прямоугольник: скругленные углы 66">
            <a:extLst>
              <a:ext uri="{FF2B5EF4-FFF2-40B4-BE49-F238E27FC236}">
                <a16:creationId xmlns:a16="http://schemas.microsoft.com/office/drawing/2014/main" id="{919B8B43-29A3-45F1-8E1B-1855DA952368}"/>
              </a:ext>
            </a:extLst>
          </p:cNvPr>
          <p:cNvSpPr/>
          <p:nvPr/>
        </p:nvSpPr>
        <p:spPr>
          <a:xfrm>
            <a:off x="5039409" y="4529794"/>
            <a:ext cx="1944000" cy="432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Экономить на стоимости товаров</a:t>
            </a:r>
          </a:p>
        </p:txBody>
      </p:sp>
      <p:sp>
        <p:nvSpPr>
          <p:cNvPr id="69" name="Прямоугольник: скругленные углы 68">
            <a:extLst>
              <a:ext uri="{FF2B5EF4-FFF2-40B4-BE49-F238E27FC236}">
                <a16:creationId xmlns:a16="http://schemas.microsoft.com/office/drawing/2014/main" id="{27C130A0-AEA8-48B3-B4F9-3300070AE833}"/>
              </a:ext>
            </a:extLst>
          </p:cNvPr>
          <p:cNvSpPr/>
          <p:nvPr/>
        </p:nvSpPr>
        <p:spPr>
          <a:xfrm>
            <a:off x="5039409" y="5068225"/>
            <a:ext cx="1944000" cy="432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>
                <a:solidFill>
                  <a:schemeClr val="tx1"/>
                </a:solidFill>
              </a:rPr>
              <a:t>Покупать меньшее количество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70" name="Прямоугольник: скругленные углы 69">
            <a:extLst>
              <a:ext uri="{FF2B5EF4-FFF2-40B4-BE49-F238E27FC236}">
                <a16:creationId xmlns:a16="http://schemas.microsoft.com/office/drawing/2014/main" id="{203D9548-F479-4D66-9D9F-62DFAB8D1572}"/>
              </a:ext>
            </a:extLst>
          </p:cNvPr>
          <p:cNvSpPr/>
          <p:nvPr/>
        </p:nvSpPr>
        <p:spPr>
          <a:xfrm>
            <a:off x="7317976" y="5051262"/>
            <a:ext cx="1944000" cy="11586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indent="-144000">
              <a:buClr>
                <a:schemeClr val="accent5">
                  <a:lumMod val="75000"/>
                </a:schemeClr>
              </a:buClr>
              <a:buFont typeface="Calibri" panose="020F050202020403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Еда</a:t>
            </a:r>
          </a:p>
          <a:p>
            <a:pPr indent="-144000">
              <a:buClr>
                <a:schemeClr val="accent5">
                  <a:lumMod val="75000"/>
                </a:schemeClr>
              </a:buClr>
              <a:buFont typeface="Calibri" panose="020F050202020403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Одежда</a:t>
            </a:r>
          </a:p>
          <a:p>
            <a:pPr indent="-144000">
              <a:buClr>
                <a:schemeClr val="accent5">
                  <a:lumMod val="75000"/>
                </a:schemeClr>
              </a:buClr>
              <a:buFont typeface="Calibri" panose="020F050202020403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Бытовые товары</a:t>
            </a:r>
          </a:p>
          <a:p>
            <a:pPr indent="-144000">
              <a:buClr>
                <a:schemeClr val="accent5">
                  <a:lumMod val="75000"/>
                </a:schemeClr>
              </a:buClr>
              <a:buFont typeface="Calibri" panose="020F050202020403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Развлечения</a:t>
            </a:r>
          </a:p>
          <a:p>
            <a:pPr indent="-144000">
              <a:buClr>
                <a:schemeClr val="accent5">
                  <a:lumMod val="75000"/>
                </a:schemeClr>
              </a:buClr>
              <a:buFont typeface="Calibri" panose="020F050202020403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Путешествия</a:t>
            </a:r>
          </a:p>
          <a:p>
            <a:pPr indent="-144000">
              <a:buClr>
                <a:schemeClr val="accent5">
                  <a:lumMod val="75000"/>
                </a:schemeClr>
              </a:buClr>
              <a:buFont typeface="Calibri" panose="020F050202020403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Другое</a:t>
            </a:r>
          </a:p>
        </p:txBody>
      </p:sp>
      <p:sp>
        <p:nvSpPr>
          <p:cNvPr id="72" name="Прямоугольник: скругленные углы 71">
            <a:extLst>
              <a:ext uri="{FF2B5EF4-FFF2-40B4-BE49-F238E27FC236}">
                <a16:creationId xmlns:a16="http://schemas.microsoft.com/office/drawing/2014/main" id="{F7B0FD35-3503-4B82-8655-DDB50BA9632F}"/>
              </a:ext>
            </a:extLst>
          </p:cNvPr>
          <p:cNvSpPr/>
          <p:nvPr/>
        </p:nvSpPr>
        <p:spPr>
          <a:xfrm>
            <a:off x="7321031" y="3924914"/>
            <a:ext cx="1944000" cy="432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Ниже качество товаров</a:t>
            </a:r>
          </a:p>
        </p:txBody>
      </p:sp>
      <p:sp>
        <p:nvSpPr>
          <p:cNvPr id="73" name="Прямоугольник: скругленные углы 72">
            <a:extLst>
              <a:ext uri="{FF2B5EF4-FFF2-40B4-BE49-F238E27FC236}">
                <a16:creationId xmlns:a16="http://schemas.microsoft.com/office/drawing/2014/main" id="{895D91E6-F59B-4A8E-B02D-26C356E01786}"/>
              </a:ext>
            </a:extLst>
          </p:cNvPr>
          <p:cNvSpPr/>
          <p:nvPr/>
        </p:nvSpPr>
        <p:spPr>
          <a:xfrm>
            <a:off x="7317976" y="4456962"/>
            <a:ext cx="1944000" cy="432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200" dirty="0">
                <a:solidFill>
                  <a:schemeClr val="tx1"/>
                </a:solidFill>
              </a:rPr>
              <a:t>Распродажи</a:t>
            </a:r>
          </a:p>
        </p:txBody>
      </p:sp>
      <p:cxnSp>
        <p:nvCxnSpPr>
          <p:cNvPr id="76" name="Прямая со стрелкой 25">
            <a:extLst>
              <a:ext uri="{FF2B5EF4-FFF2-40B4-BE49-F238E27FC236}">
                <a16:creationId xmlns:a16="http://schemas.microsoft.com/office/drawing/2014/main" id="{5329C85B-D065-46D3-B989-392BDD16975B}"/>
              </a:ext>
            </a:extLst>
          </p:cNvPr>
          <p:cNvCxnSpPr>
            <a:cxnSpLocks/>
            <a:stCxn id="25" idx="3"/>
            <a:endCxn id="48" idx="1"/>
          </p:cNvCxnSpPr>
          <p:nvPr/>
        </p:nvCxnSpPr>
        <p:spPr>
          <a:xfrm flipV="1">
            <a:off x="2422963" y="2484813"/>
            <a:ext cx="337879" cy="1115207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 стрелкой 25">
            <a:extLst>
              <a:ext uri="{FF2B5EF4-FFF2-40B4-BE49-F238E27FC236}">
                <a16:creationId xmlns:a16="http://schemas.microsoft.com/office/drawing/2014/main" id="{7A0BB037-DFE7-4AA7-948E-91B5A0F7F362}"/>
              </a:ext>
            </a:extLst>
          </p:cNvPr>
          <p:cNvCxnSpPr>
            <a:cxnSpLocks/>
            <a:stCxn id="25" idx="3"/>
            <a:endCxn id="49" idx="1"/>
          </p:cNvCxnSpPr>
          <p:nvPr/>
        </p:nvCxnSpPr>
        <p:spPr>
          <a:xfrm>
            <a:off x="2422963" y="3600020"/>
            <a:ext cx="337879" cy="1276418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 стрелкой 25">
            <a:extLst>
              <a:ext uri="{FF2B5EF4-FFF2-40B4-BE49-F238E27FC236}">
                <a16:creationId xmlns:a16="http://schemas.microsoft.com/office/drawing/2014/main" id="{6F081FA3-5947-485F-A698-CB3FD8C4EDBD}"/>
              </a:ext>
            </a:extLst>
          </p:cNvPr>
          <p:cNvCxnSpPr>
            <a:cxnSpLocks/>
            <a:stCxn id="49" idx="3"/>
            <a:endCxn id="69" idx="1"/>
          </p:cNvCxnSpPr>
          <p:nvPr/>
        </p:nvCxnSpPr>
        <p:spPr>
          <a:xfrm>
            <a:off x="4704842" y="4876438"/>
            <a:ext cx="334567" cy="407787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 стрелкой 25">
            <a:extLst>
              <a:ext uri="{FF2B5EF4-FFF2-40B4-BE49-F238E27FC236}">
                <a16:creationId xmlns:a16="http://schemas.microsoft.com/office/drawing/2014/main" id="{E82CECA5-14EE-4991-86C8-9289E2B46CBA}"/>
              </a:ext>
            </a:extLst>
          </p:cNvPr>
          <p:cNvCxnSpPr>
            <a:cxnSpLocks/>
            <a:stCxn id="49" idx="3"/>
            <a:endCxn id="67" idx="1"/>
          </p:cNvCxnSpPr>
          <p:nvPr/>
        </p:nvCxnSpPr>
        <p:spPr>
          <a:xfrm flipV="1">
            <a:off x="4704842" y="4745794"/>
            <a:ext cx="334567" cy="130644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 стрелкой 25">
            <a:extLst>
              <a:ext uri="{FF2B5EF4-FFF2-40B4-BE49-F238E27FC236}">
                <a16:creationId xmlns:a16="http://schemas.microsoft.com/office/drawing/2014/main" id="{281E815C-8E49-49FA-A7E5-18BBADED31C1}"/>
              </a:ext>
            </a:extLst>
          </p:cNvPr>
          <p:cNvCxnSpPr>
            <a:cxnSpLocks/>
            <a:stCxn id="48" idx="3"/>
            <a:endCxn id="53" idx="1"/>
          </p:cNvCxnSpPr>
          <p:nvPr/>
        </p:nvCxnSpPr>
        <p:spPr>
          <a:xfrm>
            <a:off x="4704842" y="2484813"/>
            <a:ext cx="334567" cy="1155174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25">
            <a:extLst>
              <a:ext uri="{FF2B5EF4-FFF2-40B4-BE49-F238E27FC236}">
                <a16:creationId xmlns:a16="http://schemas.microsoft.com/office/drawing/2014/main" id="{62AD6FE1-E203-4AC8-9EB3-A39D7A1F4409}"/>
              </a:ext>
            </a:extLst>
          </p:cNvPr>
          <p:cNvCxnSpPr>
            <a:cxnSpLocks/>
            <a:stCxn id="48" idx="3"/>
            <a:endCxn id="52" idx="1"/>
          </p:cNvCxnSpPr>
          <p:nvPr/>
        </p:nvCxnSpPr>
        <p:spPr>
          <a:xfrm>
            <a:off x="4704842" y="2484813"/>
            <a:ext cx="334567" cy="405978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Прямая со стрелкой 25">
            <a:extLst>
              <a:ext uri="{FF2B5EF4-FFF2-40B4-BE49-F238E27FC236}">
                <a16:creationId xmlns:a16="http://schemas.microsoft.com/office/drawing/2014/main" id="{448AD682-4B8E-4A38-BA3F-FB9F9C193D4C}"/>
              </a:ext>
            </a:extLst>
          </p:cNvPr>
          <p:cNvCxnSpPr>
            <a:cxnSpLocks/>
            <a:stCxn id="48" idx="3"/>
            <a:endCxn id="51" idx="1"/>
          </p:cNvCxnSpPr>
          <p:nvPr/>
        </p:nvCxnSpPr>
        <p:spPr>
          <a:xfrm flipV="1">
            <a:off x="4704842" y="2144411"/>
            <a:ext cx="334567" cy="340402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Прямая со стрелкой 25">
            <a:extLst>
              <a:ext uri="{FF2B5EF4-FFF2-40B4-BE49-F238E27FC236}">
                <a16:creationId xmlns:a16="http://schemas.microsoft.com/office/drawing/2014/main" id="{D1DB2F63-0439-4940-9009-A1D65EEA7831}"/>
              </a:ext>
            </a:extLst>
          </p:cNvPr>
          <p:cNvCxnSpPr>
            <a:cxnSpLocks/>
            <a:stCxn id="69" idx="3"/>
            <a:endCxn id="70" idx="1"/>
          </p:cNvCxnSpPr>
          <p:nvPr/>
        </p:nvCxnSpPr>
        <p:spPr>
          <a:xfrm>
            <a:off x="6983409" y="5284225"/>
            <a:ext cx="334567" cy="346337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25">
            <a:extLst>
              <a:ext uri="{FF2B5EF4-FFF2-40B4-BE49-F238E27FC236}">
                <a16:creationId xmlns:a16="http://schemas.microsoft.com/office/drawing/2014/main" id="{502BC629-DB86-40B7-89C1-091B861E75A5}"/>
              </a:ext>
            </a:extLst>
          </p:cNvPr>
          <p:cNvCxnSpPr>
            <a:cxnSpLocks/>
            <a:stCxn id="67" idx="3"/>
            <a:endCxn id="73" idx="1"/>
          </p:cNvCxnSpPr>
          <p:nvPr/>
        </p:nvCxnSpPr>
        <p:spPr>
          <a:xfrm flipV="1">
            <a:off x="6983409" y="4672962"/>
            <a:ext cx="334567" cy="72832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Прямая со стрелкой 25">
            <a:extLst>
              <a:ext uri="{FF2B5EF4-FFF2-40B4-BE49-F238E27FC236}">
                <a16:creationId xmlns:a16="http://schemas.microsoft.com/office/drawing/2014/main" id="{5956806C-3638-4A7D-BC99-22DC6F3ED08E}"/>
              </a:ext>
            </a:extLst>
          </p:cNvPr>
          <p:cNvCxnSpPr>
            <a:cxnSpLocks/>
            <a:stCxn id="67" idx="3"/>
            <a:endCxn id="72" idx="1"/>
          </p:cNvCxnSpPr>
          <p:nvPr/>
        </p:nvCxnSpPr>
        <p:spPr>
          <a:xfrm flipV="1">
            <a:off x="6983409" y="4140914"/>
            <a:ext cx="337622" cy="604880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Прямая со стрелкой 25">
            <a:extLst>
              <a:ext uri="{FF2B5EF4-FFF2-40B4-BE49-F238E27FC236}">
                <a16:creationId xmlns:a16="http://schemas.microsoft.com/office/drawing/2014/main" id="{28162E4B-0398-47C3-927D-2D6DED4F2377}"/>
              </a:ext>
            </a:extLst>
          </p:cNvPr>
          <p:cNvCxnSpPr>
            <a:cxnSpLocks/>
            <a:stCxn id="53" idx="3"/>
            <a:endCxn id="58" idx="1"/>
          </p:cNvCxnSpPr>
          <p:nvPr/>
        </p:nvCxnSpPr>
        <p:spPr>
          <a:xfrm flipV="1">
            <a:off x="6983409" y="3528624"/>
            <a:ext cx="336363" cy="111363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 стрелкой 25">
            <a:extLst>
              <a:ext uri="{FF2B5EF4-FFF2-40B4-BE49-F238E27FC236}">
                <a16:creationId xmlns:a16="http://schemas.microsoft.com/office/drawing/2014/main" id="{AEA8DBD4-78F4-4656-8BA6-ADA96C7CB457}"/>
              </a:ext>
            </a:extLst>
          </p:cNvPr>
          <p:cNvCxnSpPr>
            <a:cxnSpLocks/>
            <a:stCxn id="53" idx="3"/>
            <a:endCxn id="57" idx="1"/>
          </p:cNvCxnSpPr>
          <p:nvPr/>
        </p:nvCxnSpPr>
        <p:spPr>
          <a:xfrm flipV="1">
            <a:off x="6983409" y="2991824"/>
            <a:ext cx="334567" cy="648163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 стрелкой 25">
            <a:extLst>
              <a:ext uri="{FF2B5EF4-FFF2-40B4-BE49-F238E27FC236}">
                <a16:creationId xmlns:a16="http://schemas.microsoft.com/office/drawing/2014/main" id="{7EA4D860-D3B4-4036-999F-BEC8AA1E4CAE}"/>
              </a:ext>
            </a:extLst>
          </p:cNvPr>
          <p:cNvCxnSpPr>
            <a:cxnSpLocks/>
            <a:stCxn id="51" idx="3"/>
            <a:endCxn id="55" idx="1"/>
          </p:cNvCxnSpPr>
          <p:nvPr/>
        </p:nvCxnSpPr>
        <p:spPr>
          <a:xfrm flipV="1">
            <a:off x="6983409" y="1771270"/>
            <a:ext cx="334567" cy="373141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Прямая со стрелкой 25">
            <a:extLst>
              <a:ext uri="{FF2B5EF4-FFF2-40B4-BE49-F238E27FC236}">
                <a16:creationId xmlns:a16="http://schemas.microsoft.com/office/drawing/2014/main" id="{DA2ADD0A-1628-46D8-A97C-037479246F31}"/>
              </a:ext>
            </a:extLst>
          </p:cNvPr>
          <p:cNvCxnSpPr>
            <a:cxnSpLocks/>
            <a:stCxn id="51" idx="3"/>
            <a:endCxn id="56" idx="1"/>
          </p:cNvCxnSpPr>
          <p:nvPr/>
        </p:nvCxnSpPr>
        <p:spPr>
          <a:xfrm>
            <a:off x="6983409" y="2144411"/>
            <a:ext cx="334567" cy="163659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Прямая со стрелкой 25">
            <a:extLst>
              <a:ext uri="{FF2B5EF4-FFF2-40B4-BE49-F238E27FC236}">
                <a16:creationId xmlns:a16="http://schemas.microsoft.com/office/drawing/2014/main" id="{10ACB5FD-50ED-417B-9731-48C4BB3D168D}"/>
              </a:ext>
            </a:extLst>
          </p:cNvPr>
          <p:cNvCxnSpPr>
            <a:cxnSpLocks/>
            <a:stCxn id="58" idx="3"/>
            <a:endCxn id="60" idx="1"/>
          </p:cNvCxnSpPr>
          <p:nvPr/>
        </p:nvCxnSpPr>
        <p:spPr>
          <a:xfrm>
            <a:off x="9263772" y="3528624"/>
            <a:ext cx="339295" cy="1085708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Прямая со стрелкой 25">
            <a:extLst>
              <a:ext uri="{FF2B5EF4-FFF2-40B4-BE49-F238E27FC236}">
                <a16:creationId xmlns:a16="http://schemas.microsoft.com/office/drawing/2014/main" id="{E5505761-67A4-4489-90B6-21472B855B83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9263772" y="3528624"/>
            <a:ext cx="335826" cy="488669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Прямая со стрелкой 25">
            <a:extLst>
              <a:ext uri="{FF2B5EF4-FFF2-40B4-BE49-F238E27FC236}">
                <a16:creationId xmlns:a16="http://schemas.microsoft.com/office/drawing/2014/main" id="{39EFE851-8217-40CA-B956-2497215538E7}"/>
              </a:ext>
            </a:extLst>
          </p:cNvPr>
          <p:cNvCxnSpPr>
            <a:cxnSpLocks/>
            <a:stCxn id="55" idx="3"/>
            <a:endCxn id="66" idx="1"/>
          </p:cNvCxnSpPr>
          <p:nvPr/>
        </p:nvCxnSpPr>
        <p:spPr>
          <a:xfrm>
            <a:off x="9261976" y="1771270"/>
            <a:ext cx="341091" cy="12700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Прямая со стрелкой 25">
            <a:extLst>
              <a:ext uri="{FF2B5EF4-FFF2-40B4-BE49-F238E27FC236}">
                <a16:creationId xmlns:a16="http://schemas.microsoft.com/office/drawing/2014/main" id="{6935E603-4A9D-4DDA-9C2C-2A105063346B}"/>
              </a:ext>
            </a:extLst>
          </p:cNvPr>
          <p:cNvCxnSpPr>
            <a:cxnSpLocks/>
            <a:stCxn id="55" idx="3"/>
            <a:endCxn id="64" idx="1"/>
          </p:cNvCxnSpPr>
          <p:nvPr/>
        </p:nvCxnSpPr>
        <p:spPr>
          <a:xfrm>
            <a:off x="9261976" y="1771270"/>
            <a:ext cx="337622" cy="536800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Прямая со стрелкой 25">
            <a:extLst>
              <a:ext uri="{FF2B5EF4-FFF2-40B4-BE49-F238E27FC236}">
                <a16:creationId xmlns:a16="http://schemas.microsoft.com/office/drawing/2014/main" id="{B200EF59-386A-4052-A5CE-A53AD41D9298}"/>
              </a:ext>
            </a:extLst>
          </p:cNvPr>
          <p:cNvCxnSpPr>
            <a:cxnSpLocks/>
            <a:stCxn id="57" idx="3"/>
            <a:endCxn id="61" idx="1"/>
          </p:cNvCxnSpPr>
          <p:nvPr/>
        </p:nvCxnSpPr>
        <p:spPr>
          <a:xfrm>
            <a:off x="9261976" y="2991824"/>
            <a:ext cx="337622" cy="468556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Прямая со стрелкой 25">
            <a:extLst>
              <a:ext uri="{FF2B5EF4-FFF2-40B4-BE49-F238E27FC236}">
                <a16:creationId xmlns:a16="http://schemas.microsoft.com/office/drawing/2014/main" id="{EB5E7663-F9AC-45C6-AC47-D2F0A4E2A9FA}"/>
              </a:ext>
            </a:extLst>
          </p:cNvPr>
          <p:cNvCxnSpPr>
            <a:cxnSpLocks/>
            <a:stCxn id="57" idx="3"/>
            <a:endCxn id="63" idx="1"/>
          </p:cNvCxnSpPr>
          <p:nvPr/>
        </p:nvCxnSpPr>
        <p:spPr>
          <a:xfrm flipV="1">
            <a:off x="9261976" y="2924183"/>
            <a:ext cx="341091" cy="67641"/>
          </a:xfrm>
          <a:prstGeom prst="bentConnector3">
            <a:avLst>
              <a:gd name="adj1" fmla="val 50000"/>
            </a:avLst>
          </a:prstGeom>
          <a:ln w="9525">
            <a:solidFill>
              <a:srgbClr val="BFBFB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E398F41-0165-4457-8968-F7BF0A9DE2C3}"/>
              </a:ext>
            </a:extLst>
          </p:cNvPr>
          <p:cNvSpPr txBox="1"/>
          <p:nvPr/>
        </p:nvSpPr>
        <p:spPr bwMode="auto">
          <a:xfrm>
            <a:off x="3569335" y="1299722"/>
            <a:ext cx="311560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400">
              <a:buClr>
                <a:schemeClr val="accent4"/>
              </a:buClr>
            </a:pPr>
            <a:r>
              <a:rPr lang="ru-RU" sz="1200" b="1" i="1" dirty="0"/>
              <a:t>Как?</a:t>
            </a:r>
            <a:endParaRPr lang="en-US" sz="1200" b="1" i="1" dirty="0" err="1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78FE59-EFD1-4C23-B40E-22F845914EF6}"/>
              </a:ext>
            </a:extLst>
          </p:cNvPr>
          <p:cNvSpPr txBox="1"/>
          <p:nvPr/>
        </p:nvSpPr>
        <p:spPr bwMode="auto">
          <a:xfrm>
            <a:off x="5847902" y="1299722"/>
            <a:ext cx="311560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400">
              <a:buClr>
                <a:schemeClr val="accent4"/>
              </a:buClr>
            </a:pPr>
            <a:r>
              <a:rPr lang="ru-RU" sz="1200" b="1" i="1" dirty="0"/>
              <a:t>Как?</a:t>
            </a:r>
            <a:endParaRPr lang="en-US" sz="1200" b="1" i="1" dirty="0" err="1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DE2AC9-CFF5-48CE-94C0-48915BFC6178}"/>
              </a:ext>
            </a:extLst>
          </p:cNvPr>
          <p:cNvSpPr txBox="1"/>
          <p:nvPr/>
        </p:nvSpPr>
        <p:spPr bwMode="auto">
          <a:xfrm>
            <a:off x="8126469" y="1299722"/>
            <a:ext cx="311560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400">
              <a:buClr>
                <a:schemeClr val="accent4"/>
              </a:buClr>
            </a:pPr>
            <a:r>
              <a:rPr lang="ru-RU" sz="1200" b="1" i="1" dirty="0"/>
              <a:t>Как?</a:t>
            </a:r>
            <a:endParaRPr lang="en-US" sz="1200" b="1" i="1" dirty="0" err="1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2C2A034-FC36-4FF9-820E-EEF9C6963057}"/>
              </a:ext>
            </a:extLst>
          </p:cNvPr>
          <p:cNvSpPr txBox="1"/>
          <p:nvPr/>
        </p:nvSpPr>
        <p:spPr bwMode="auto">
          <a:xfrm>
            <a:off x="10408091" y="1299722"/>
            <a:ext cx="311560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14400">
              <a:buClr>
                <a:schemeClr val="accent4"/>
              </a:buClr>
            </a:pPr>
            <a:r>
              <a:rPr lang="ru-RU" sz="1200" b="1" i="1" dirty="0"/>
              <a:t>Как?</a:t>
            </a:r>
            <a:endParaRPr lang="en-US" sz="1200" b="1" i="1" dirty="0" err="1"/>
          </a:p>
        </p:txBody>
      </p:sp>
    </p:spTree>
    <p:extLst>
      <p:ext uri="{BB962C8B-B14F-4D97-AF65-F5344CB8AC3E}">
        <p14:creationId xmlns:p14="http://schemas.microsoft.com/office/powerpoint/2010/main" val="31198600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506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1.00000000000000000000E+00&quot;&gt;&lt;m_msothmcolidx val=&quot;0&quot;/&gt;&lt;m_rgb r=&quot;8B&quot; g=&quot;3F&quot; b=&quot;C5&quot;/&gt;&lt;/elem&gt;&lt;elem m_fUsage=&quot;9.00000000000000022204E-01&quot;&gt;&lt;m_msothmcolidx val=&quot;0&quot;/&gt;&lt;m_rgb r=&quot;5F&quot; g=&quot;28&quot; b=&quot;86&quot;/&gt;&lt;/elem&gt;&lt;elem m_fUsage=&quot;8.10000000000000053291E-01&quot;&gt;&lt;m_msothmcolidx val=&quot;0&quot;/&gt;&lt;m_rgb r=&quot;07&quot; g=&quot;74&quot; b=&quot;8F&quot;/&gt;&lt;/elem&gt;&lt;elem m_fUsage=&quot;7.44277806090000160211E-01&quot;&gt;&lt;m_msothmcolidx val=&quot;0&quot;/&gt;&lt;m_rgb r=&quot;30&quot; g=&quot;CB&quot; b=&quot;AF&quot;/&gt;&lt;/elem&gt;&lt;elem m_fUsage=&quot;7.29000000000000092371E-01&quot;&gt;&lt;m_msothmcolidx val=&quot;0&quot;/&gt;&lt;m_rgb r=&quot;29&quot; g=&quot;AD&quot; b=&quot;96&quot;/&gt;&lt;/elem&gt;&lt;elem m_fUsage=&quot;6.56100000000000127542E-01&quot;&gt;&lt;m_msothmcolidx val=&quot;0&quot;/&gt;&lt;m_rgb r=&quot;1A&quot; g=&quot;6C&quot; b=&quot;5E&quot;/&gt;&lt;/elem&gt;&lt;elem m_fUsage=&quot;5.90490000000000181402E-01&quot;&gt;&lt;m_msothmcolidx val=&quot;0&quot;/&gt;&lt;m_rgb r=&quot;10&quot; g=&quot;41&quot; b=&quot;38&quot;/&gt;&lt;/elem&gt;&lt;elem m_fUsage=&quot;5.31441000000000163261E-01&quot;&gt;&lt;m_msothmcolidx val=&quot;0&quot;/&gt;&lt;m_rgb r=&quot;09&quot; g=&quot;8A&quot; b=&quot;AA&quot;/&gt;&lt;/elem&gt;&lt;elem m_fUsage=&quot;4.78296900000000135833E-01&quot;&gt;&lt;m_msothmcolidx val=&quot;0&quot;/&gt;&lt;m_rgb r=&quot;05&quot; g=&quot;4D&quot; b=&quot;5F&quot;/&gt;&lt;/elem&gt;&lt;elem m_fUsage=&quot;3.87420489000000145552E-01&quot;&gt;&lt;m_msothmcolidx val=&quot;0&quot;/&gt;&lt;m_rgb r=&quot;00&quot; g=&quot;CE&quot; b=&quot;C4&quot;/&gt;&lt;/elem&gt;&lt;elem m_fUsage=&quot;3.71058917677525135215E-01&quot;&gt;&lt;m_msothmcolidx val=&quot;0&quot;/&gt;&lt;m_rgb r=&quot;C8&quot; g=&quot;F2&quot; b=&quot;EB&quot;/&gt;&lt;/elem&gt;&lt;elem m_fUsage=&quot;3.48678440100000153201E-01&quot;&gt;&lt;m_msothmcolidx val=&quot;0&quot;/&gt;&lt;m_rgb r=&quot;00&quot; g=&quot;B0&quot; b=&quot;A8&quot;/&gt;&lt;/elem&gt;&lt;elem m_fUsage=&quot;3.40976303861948437657E-01&quot;&gt;&lt;m_msothmcolidx val=&quot;0&quot;/&gt;&lt;m_rgb r=&quot;A2&quot; g=&quot;9B&quot; b=&quot;FE&quot;/&gt;&lt;/elem&gt;&lt;elem m_fUsage=&quot;3.33953025909772605040E-01&quot;&gt;&lt;m_msothmcolidx val=&quot;0&quot;/&gt;&lt;m_rgb r=&quot;92&quot; g=&quot;E5&quot; b=&quot;D7&quot;/&gt;&lt;/elem&gt;&lt;elem m_fUsage=&quot;3.06878673475753593891E-01&quot;&gt;&lt;m_msothmcolidx val=&quot;0&quot;/&gt;&lt;m_rgb r=&quot;73&quot; g=&quot;69&quot; b=&quot;FD&quot;/&gt;&lt;/elem&gt;&lt;elem m_fUsage=&quot;2.76190806128178256706E-01&quot;&gt;&lt;m_msothmcolidx val=&quot;0&quot;/&gt;&lt;m_rgb r=&quot;0F&quot; g=&quot;02&quot; b=&quot;BE&quot;/&gt;&lt;/elem&gt;&lt;elem m_fUsage=&quot;2.28767924549610118801E-01&quot;&gt;&lt;m_msothmcolidx val=&quot;0&quot;/&gt;&lt;m_rgb r=&quot;E3&quot; g=&quot;D1&quot; b=&quot;F1&quot;/&gt;&lt;/elem&gt;&lt;elem m_fUsage=&quot;1.50094635296999207030E-01&quot;&gt;&lt;m_msothmcolidx val=&quot;0&quot;/&gt;&lt;m_rgb r=&quot;D0&quot; g=&quot;CD&quot; b=&quot;FE&quot;/&gt;&lt;/elem&gt;&lt;elem m_fUsage=&quot;9.84770902183611934744E-02&quot;&gt;&lt;m_msothmcolidx val=&quot;0&quot;/&gt;&lt;m_rgb r=&quot;0A&quot; g=&quot;02&quot; b=&quot;7F&quot;/&gt;&lt;/elem&gt;&lt;elem m_fUsage=&quot;7.17897987691853145531E-02&quot;&gt;&lt;m_msothmcolidx val=&quot;0&quot;/&gt;&lt;m_rgb r=&quot;5B&quot; g=&quot;D8&quot; b=&quot;C3&quot;/&gt;&lt;/elem&gt;&lt;elem m_fUsage=&quot;6.46108188922667886489E-02&quot;&gt;&lt;m_msothmcolidx val=&quot;0&quot;/&gt;&lt;m_rgb r=&quot;19&quot; g=&quot;68&quot; b=&quot;5B&quot;/&gt;&lt;/elem&gt;&lt;elem m_fUsage=&quot;5.81497370030401097840E-02&quot;&gt;&lt;m_msothmcolidx val=&quot;0&quot;/&gt;&lt;m_rgb r=&quot;D0&quot; g=&quot;F4&quot; b=&quot;FD&quot;/&gt;&lt;/elem&gt;&lt;elem m_fUsage=&quot;5.23347633027360994995E-02&quot;&gt;&lt;m_msothmcolidx val=&quot;0&quot;/&gt;&lt;m_rgb r=&quot;B0&quot; g=&quot;EC&quot; b=&quot;FB&quot;/&gt;&lt;/elem&gt;&lt;elem m_fUsage=&quot;4.71012869724624916312E-02&quot;&gt;&lt;m_msothmcolidx val=&quot;0&quot;/&gt;&lt;m_rgb r=&quot;76&quot; g=&quot;DE&quot; b=&quot;F8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3Mvt8Rye9YCttRv6Y_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yyKBSDzR0Gbr66dz1Lsc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yyKBSDzR0Gbr66dz1Lsc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heme/theme1.xml><?xml version="1.0" encoding="utf-8"?>
<a:theme xmlns:a="http://schemas.openxmlformats.org/drawingml/2006/main" name="Theme1">
  <a:themeElements>
    <a:clrScheme name="Другая 7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6DEF8"/>
      </a:accent1>
      <a:accent2>
        <a:srgbClr val="0A9BBF"/>
      </a:accent2>
      <a:accent3>
        <a:srgbClr val="065E73"/>
      </a:accent3>
      <a:accent4>
        <a:srgbClr val="218B79"/>
      </a:accent4>
      <a:accent5>
        <a:srgbClr val="1605FC"/>
      </a:accent5>
      <a:accent6>
        <a:srgbClr val="7030A0"/>
      </a:accent6>
      <a:hlink>
        <a:srgbClr val="0000FF"/>
      </a:hlink>
      <a:folHlink>
        <a:srgbClr val="7030A0"/>
      </a:folHlink>
    </a:clrScheme>
    <a:fontScheme name="Другая 14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vert="horz" wrap="square" lIns="0" tIns="0" rIns="0" bIns="0" numCol="1" rtlCol="0" anchor="t" anchorCtr="0" compatLnSpc="1">
        <a:prstTxWarp prst="textNoShape">
          <a:avLst/>
        </a:prstTxWarp>
        <a:spAutoFit/>
      </a:bodyPr>
      <a:lstStyle>
        <a:defPPr marL="144000" indent="-144000" defTabSz="914400">
          <a:buClr>
            <a:schemeClr val="accent4"/>
          </a:buClr>
          <a:buFont typeface="Wingdings" panose="05000000000000000000" pitchFamily="2" charset="2"/>
          <a:buChar char="§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7C499AD0-37E7-4D73-882D-85DFFB0C3C23}" vid="{D7DDE6F1-CC3D-4551-813D-6570B9542BC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20307</TotalTime>
  <Words>93</Words>
  <Application>Microsoft Office PowerPoint</Application>
  <PresentationFormat>Широкоэкранный</PresentationFormat>
  <Paragraphs>32</Paragraphs>
  <Slides>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Wingdings</vt:lpstr>
      <vt:lpstr>Theme1</vt:lpstr>
      <vt:lpstr>Слайд think-cell</vt:lpstr>
      <vt:lpstr>Дерево вопросов – экономия денег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Егор Холомеев</dc:creator>
  <cp:lastModifiedBy>Александр</cp:lastModifiedBy>
  <cp:revision>2231</cp:revision>
  <cp:lastPrinted>2018-12-14T13:12:29Z</cp:lastPrinted>
  <dcterms:created xsi:type="dcterms:W3CDTF">2018-06-20T12:39:32Z</dcterms:created>
  <dcterms:modified xsi:type="dcterms:W3CDTF">2023-09-27T11:43:59Z</dcterms:modified>
</cp:coreProperties>
</file>